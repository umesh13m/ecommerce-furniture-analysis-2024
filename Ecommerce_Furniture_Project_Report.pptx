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63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73" r:id="rId12"/>
    <p:sldId id="268" r:id="rId13"/>
    <p:sldId id="269" r:id="rId14"/>
    <p:sldId id="270" r:id="rId15"/>
    <p:sldId id="272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104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4" Type="http://schemas.openxmlformats.org/officeDocument/2006/relationships/image" Target="../media/image11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10" Type="http://schemas.openxmlformats.org/officeDocument/2006/relationships/image" Target="../media/image27.svg"/><Relationship Id="rId4" Type="http://schemas.openxmlformats.org/officeDocument/2006/relationships/image" Target="../media/image21.svg"/><Relationship Id="rId9" Type="http://schemas.openxmlformats.org/officeDocument/2006/relationships/image" Target="../media/image26.pn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4" Type="http://schemas.openxmlformats.org/officeDocument/2006/relationships/image" Target="../media/image31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svg"/><Relationship Id="rId1" Type="http://schemas.openxmlformats.org/officeDocument/2006/relationships/image" Target="../media/image32.png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image" Target="../media/image3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4" Type="http://schemas.openxmlformats.org/officeDocument/2006/relationships/image" Target="../media/image11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rawing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10" Type="http://schemas.openxmlformats.org/officeDocument/2006/relationships/image" Target="../media/image27.svg"/><Relationship Id="rId4" Type="http://schemas.openxmlformats.org/officeDocument/2006/relationships/image" Target="../media/image21.svg"/><Relationship Id="rId9" Type="http://schemas.openxmlformats.org/officeDocument/2006/relationships/image" Target="../media/image26.pn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4" Type="http://schemas.openxmlformats.org/officeDocument/2006/relationships/image" Target="../media/image31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svg"/><Relationship Id="rId1" Type="http://schemas.openxmlformats.org/officeDocument/2006/relationships/image" Target="../media/image32.png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image" Target="../media/image3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>
      <a:schemeClr val="accent2"/>
      <a:schemeClr val="accent3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3_2">
  <dgm:title val=""/>
  <dgm:desc val=""/>
  <dgm:catLst>
    <dgm:cat type="accent3" pri="13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4BF2EAC-3150-4B37-9621-85E9F4FF3434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accent2_2" csCatId="accent2" phldr="1"/>
      <dgm:spPr/>
      <dgm:t>
        <a:bodyPr/>
        <a:lstStyle/>
        <a:p>
          <a:endParaRPr lang="en-US"/>
        </a:p>
      </dgm:t>
    </dgm:pt>
    <dgm:pt modelId="{AF3BD189-9905-4EC9-951D-EBAD65DAB364}">
      <dgm:prSet/>
      <dgm:spPr/>
      <dgm:t>
        <a:bodyPr/>
        <a:lstStyle/>
        <a:p>
          <a:pPr>
            <a:defRPr cap="all"/>
          </a:pPr>
          <a:r>
            <a:rPr lang="en-US"/>
            <a:t>Analyze and predict the number of furniture items sold.</a:t>
          </a:r>
        </a:p>
      </dgm:t>
    </dgm:pt>
    <dgm:pt modelId="{A2443470-C3DE-4053-908D-8F17AE7AC742}" type="parTrans" cxnId="{DFD9687F-C46E-4989-9BF2-BBD19598A120}">
      <dgm:prSet/>
      <dgm:spPr/>
      <dgm:t>
        <a:bodyPr/>
        <a:lstStyle/>
        <a:p>
          <a:endParaRPr lang="en-US"/>
        </a:p>
      </dgm:t>
    </dgm:pt>
    <dgm:pt modelId="{DE369FEC-9B06-4BB6-9D49-B3D359CD5141}" type="sibTrans" cxnId="{DFD9687F-C46E-4989-9BF2-BBD19598A120}">
      <dgm:prSet/>
      <dgm:spPr/>
      <dgm:t>
        <a:bodyPr/>
        <a:lstStyle/>
        <a:p>
          <a:endParaRPr lang="en-US"/>
        </a:p>
      </dgm:t>
    </dgm:pt>
    <dgm:pt modelId="{E207270A-0FD4-44C5-A99D-96C49503B841}">
      <dgm:prSet/>
      <dgm:spPr/>
      <dgm:t>
        <a:bodyPr/>
        <a:lstStyle/>
        <a:p>
          <a:pPr>
            <a:defRPr cap="all"/>
          </a:pPr>
          <a:r>
            <a:rPr lang="en-US"/>
            <a:t>Use productTitle, originalPrice, price, and tagText as features.</a:t>
          </a:r>
        </a:p>
      </dgm:t>
    </dgm:pt>
    <dgm:pt modelId="{5E6CE72A-BD16-4264-8C40-EEC77BAB5927}" type="parTrans" cxnId="{64A3FE80-E643-4830-BE3D-58124F84E5EE}">
      <dgm:prSet/>
      <dgm:spPr/>
      <dgm:t>
        <a:bodyPr/>
        <a:lstStyle/>
        <a:p>
          <a:endParaRPr lang="en-US"/>
        </a:p>
      </dgm:t>
    </dgm:pt>
    <dgm:pt modelId="{6083C55A-49B2-40CB-9AA9-EDFB6869C883}" type="sibTrans" cxnId="{64A3FE80-E643-4830-BE3D-58124F84E5EE}">
      <dgm:prSet/>
      <dgm:spPr/>
      <dgm:t>
        <a:bodyPr/>
        <a:lstStyle/>
        <a:p>
          <a:endParaRPr lang="en-US"/>
        </a:p>
      </dgm:t>
    </dgm:pt>
    <dgm:pt modelId="{5B45C87A-7373-4F09-9BD1-00AD13B3B051}" type="pres">
      <dgm:prSet presAssocID="{14BF2EAC-3150-4B37-9621-85E9F4FF3434}" presName="root" presStyleCnt="0">
        <dgm:presLayoutVars>
          <dgm:dir/>
          <dgm:resizeHandles val="exact"/>
        </dgm:presLayoutVars>
      </dgm:prSet>
      <dgm:spPr/>
    </dgm:pt>
    <dgm:pt modelId="{59E65B3D-045E-42A1-8CE5-AD2BFB8DA225}" type="pres">
      <dgm:prSet presAssocID="{AF3BD189-9905-4EC9-951D-EBAD65DAB364}" presName="compNode" presStyleCnt="0"/>
      <dgm:spPr/>
    </dgm:pt>
    <dgm:pt modelId="{30019380-4750-4514-9D93-CE5AED0BFB10}" type="pres">
      <dgm:prSet presAssocID="{AF3BD189-9905-4EC9-951D-EBAD65DAB364}" presName="iconBgRect" presStyleLbl="bgShp" presStyleIdx="0" presStyleCnt="2"/>
      <dgm:spPr/>
    </dgm:pt>
    <dgm:pt modelId="{1F59682D-1ED7-43E1-B980-527198251CBB}" type="pres">
      <dgm:prSet presAssocID="{AF3BD189-9905-4EC9-951D-EBAD65DAB364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ed"/>
        </a:ext>
      </dgm:extLst>
    </dgm:pt>
    <dgm:pt modelId="{EC26A70D-B251-40F8-AA01-9AB1FCD01DF9}" type="pres">
      <dgm:prSet presAssocID="{AF3BD189-9905-4EC9-951D-EBAD65DAB364}" presName="spaceRect" presStyleCnt="0"/>
      <dgm:spPr/>
    </dgm:pt>
    <dgm:pt modelId="{D704C10B-B8D7-4A6F-95AF-50AA6F7C236B}" type="pres">
      <dgm:prSet presAssocID="{AF3BD189-9905-4EC9-951D-EBAD65DAB364}" presName="textRect" presStyleLbl="revTx" presStyleIdx="0" presStyleCnt="2">
        <dgm:presLayoutVars>
          <dgm:chMax val="1"/>
          <dgm:chPref val="1"/>
        </dgm:presLayoutVars>
      </dgm:prSet>
      <dgm:spPr/>
    </dgm:pt>
    <dgm:pt modelId="{35BD73DA-23B7-459D-8722-5EE26374D100}" type="pres">
      <dgm:prSet presAssocID="{DE369FEC-9B06-4BB6-9D49-B3D359CD5141}" presName="sibTrans" presStyleCnt="0"/>
      <dgm:spPr/>
    </dgm:pt>
    <dgm:pt modelId="{CFF73F5A-1F0E-45C5-863A-118A7DD804AE}" type="pres">
      <dgm:prSet presAssocID="{E207270A-0FD4-44C5-A99D-96C49503B841}" presName="compNode" presStyleCnt="0"/>
      <dgm:spPr/>
    </dgm:pt>
    <dgm:pt modelId="{564F49F8-2295-4E0D-A753-BDCB78B21ECC}" type="pres">
      <dgm:prSet presAssocID="{E207270A-0FD4-44C5-A99D-96C49503B841}" presName="iconBgRect" presStyleLbl="bgShp" presStyleIdx="1" presStyleCnt="2"/>
      <dgm:spPr/>
    </dgm:pt>
    <dgm:pt modelId="{1B355AB1-F3EF-453E-8A46-88F8C8095E0D}" type="pres">
      <dgm:prSet presAssocID="{E207270A-0FD4-44C5-A99D-96C49503B841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nabata Tree"/>
        </a:ext>
      </dgm:extLst>
    </dgm:pt>
    <dgm:pt modelId="{270C62F0-E60F-483C-84AE-D041D66F8780}" type="pres">
      <dgm:prSet presAssocID="{E207270A-0FD4-44C5-A99D-96C49503B841}" presName="spaceRect" presStyleCnt="0"/>
      <dgm:spPr/>
    </dgm:pt>
    <dgm:pt modelId="{547DEC7B-49DD-42F1-AA2D-CAC4F3F0E968}" type="pres">
      <dgm:prSet presAssocID="{E207270A-0FD4-44C5-A99D-96C49503B841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5E69891C-7033-4BE1-834A-053A6987FA37}" type="presOf" srcId="{E207270A-0FD4-44C5-A99D-96C49503B841}" destId="{547DEC7B-49DD-42F1-AA2D-CAC4F3F0E968}" srcOrd="0" destOrd="0" presId="urn:microsoft.com/office/officeart/2018/5/layout/IconCircleLabelList"/>
    <dgm:cxn modelId="{21C5AA22-0C5F-432A-B94C-F690340E4460}" type="presOf" srcId="{AF3BD189-9905-4EC9-951D-EBAD65DAB364}" destId="{D704C10B-B8D7-4A6F-95AF-50AA6F7C236B}" srcOrd="0" destOrd="0" presId="urn:microsoft.com/office/officeart/2018/5/layout/IconCircleLabelList"/>
    <dgm:cxn modelId="{10C34426-17F8-4243-881A-7E3219E934D5}" type="presOf" srcId="{14BF2EAC-3150-4B37-9621-85E9F4FF3434}" destId="{5B45C87A-7373-4F09-9BD1-00AD13B3B051}" srcOrd="0" destOrd="0" presId="urn:microsoft.com/office/officeart/2018/5/layout/IconCircleLabelList"/>
    <dgm:cxn modelId="{DFD9687F-C46E-4989-9BF2-BBD19598A120}" srcId="{14BF2EAC-3150-4B37-9621-85E9F4FF3434}" destId="{AF3BD189-9905-4EC9-951D-EBAD65DAB364}" srcOrd="0" destOrd="0" parTransId="{A2443470-C3DE-4053-908D-8F17AE7AC742}" sibTransId="{DE369FEC-9B06-4BB6-9D49-B3D359CD5141}"/>
    <dgm:cxn modelId="{64A3FE80-E643-4830-BE3D-58124F84E5EE}" srcId="{14BF2EAC-3150-4B37-9621-85E9F4FF3434}" destId="{E207270A-0FD4-44C5-A99D-96C49503B841}" srcOrd="1" destOrd="0" parTransId="{5E6CE72A-BD16-4264-8C40-EEC77BAB5927}" sibTransId="{6083C55A-49B2-40CB-9AA9-EDFB6869C883}"/>
    <dgm:cxn modelId="{3C5ED400-6132-42CF-832C-AB1B99750C77}" type="presParOf" srcId="{5B45C87A-7373-4F09-9BD1-00AD13B3B051}" destId="{59E65B3D-045E-42A1-8CE5-AD2BFB8DA225}" srcOrd="0" destOrd="0" presId="urn:microsoft.com/office/officeart/2018/5/layout/IconCircleLabelList"/>
    <dgm:cxn modelId="{84C098DE-66F1-489E-8EE3-8EFCE290258B}" type="presParOf" srcId="{59E65B3D-045E-42A1-8CE5-AD2BFB8DA225}" destId="{30019380-4750-4514-9D93-CE5AED0BFB10}" srcOrd="0" destOrd="0" presId="urn:microsoft.com/office/officeart/2018/5/layout/IconCircleLabelList"/>
    <dgm:cxn modelId="{A285C9BD-376D-405B-A50F-986C3F70237B}" type="presParOf" srcId="{59E65B3D-045E-42A1-8CE5-AD2BFB8DA225}" destId="{1F59682D-1ED7-43E1-B980-527198251CBB}" srcOrd="1" destOrd="0" presId="urn:microsoft.com/office/officeart/2018/5/layout/IconCircleLabelList"/>
    <dgm:cxn modelId="{A5A0B207-906E-4637-9D73-958D1F238619}" type="presParOf" srcId="{59E65B3D-045E-42A1-8CE5-AD2BFB8DA225}" destId="{EC26A70D-B251-40F8-AA01-9AB1FCD01DF9}" srcOrd="2" destOrd="0" presId="urn:microsoft.com/office/officeart/2018/5/layout/IconCircleLabelList"/>
    <dgm:cxn modelId="{98C437F4-1E30-4318-A405-FF04DC0978DF}" type="presParOf" srcId="{59E65B3D-045E-42A1-8CE5-AD2BFB8DA225}" destId="{D704C10B-B8D7-4A6F-95AF-50AA6F7C236B}" srcOrd="3" destOrd="0" presId="urn:microsoft.com/office/officeart/2018/5/layout/IconCircleLabelList"/>
    <dgm:cxn modelId="{A2E0A28A-197C-4313-992E-5FA36737AFE9}" type="presParOf" srcId="{5B45C87A-7373-4F09-9BD1-00AD13B3B051}" destId="{35BD73DA-23B7-459D-8722-5EE26374D100}" srcOrd="1" destOrd="0" presId="urn:microsoft.com/office/officeart/2018/5/layout/IconCircleLabelList"/>
    <dgm:cxn modelId="{D01BBADC-EEF5-41D8-AE94-38CF5EDD3D5F}" type="presParOf" srcId="{5B45C87A-7373-4F09-9BD1-00AD13B3B051}" destId="{CFF73F5A-1F0E-45C5-863A-118A7DD804AE}" srcOrd="2" destOrd="0" presId="urn:microsoft.com/office/officeart/2018/5/layout/IconCircleLabelList"/>
    <dgm:cxn modelId="{88B86660-5BE7-41F2-8897-60EA3E4AA042}" type="presParOf" srcId="{CFF73F5A-1F0E-45C5-863A-118A7DD804AE}" destId="{564F49F8-2295-4E0D-A753-BDCB78B21ECC}" srcOrd="0" destOrd="0" presId="urn:microsoft.com/office/officeart/2018/5/layout/IconCircleLabelList"/>
    <dgm:cxn modelId="{B4F56384-CC98-477C-A11C-B8F87F3E3174}" type="presParOf" srcId="{CFF73F5A-1F0E-45C5-863A-118A7DD804AE}" destId="{1B355AB1-F3EF-453E-8A46-88F8C8095E0D}" srcOrd="1" destOrd="0" presId="urn:microsoft.com/office/officeart/2018/5/layout/IconCircleLabelList"/>
    <dgm:cxn modelId="{6A183478-FCCB-4ECC-8D45-83864E5B5A0E}" type="presParOf" srcId="{CFF73F5A-1F0E-45C5-863A-118A7DD804AE}" destId="{270C62F0-E60F-483C-84AE-D041D66F8780}" srcOrd="2" destOrd="0" presId="urn:microsoft.com/office/officeart/2018/5/layout/IconCircleLabelList"/>
    <dgm:cxn modelId="{B2FC8C34-5B68-408E-BF5B-D82B97E8721F}" type="presParOf" srcId="{CFF73F5A-1F0E-45C5-863A-118A7DD804AE}" destId="{547DEC7B-49DD-42F1-AA2D-CAC4F3F0E968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2B0753C-A381-4E5C-829F-39A7776DABA8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2" csCatId="colorful" phldr="1"/>
      <dgm:spPr/>
      <dgm:t>
        <a:bodyPr/>
        <a:lstStyle/>
        <a:p>
          <a:endParaRPr lang="en-US"/>
        </a:p>
      </dgm:t>
    </dgm:pt>
    <dgm:pt modelId="{573A827A-AAFA-4B8A-B61C-81D10A2A1F17}">
      <dgm:prSet/>
      <dgm:spPr/>
      <dgm:t>
        <a:bodyPr/>
        <a:lstStyle/>
        <a:p>
          <a:pPr>
            <a:defRPr cap="all"/>
          </a:pPr>
          <a:r>
            <a:rPr lang="en-US" dirty="0">
              <a:solidFill>
                <a:schemeClr val="tx1"/>
              </a:solidFill>
            </a:rPr>
            <a:t>Python (Pandas, Seaborn, Scikit-learn)</a:t>
          </a:r>
        </a:p>
      </dgm:t>
    </dgm:pt>
    <dgm:pt modelId="{4FD0571C-8BBF-45B8-A6B5-6689574B6BEC}" type="parTrans" cxnId="{E998CFFB-0137-4F05-AD06-E21613325ACD}">
      <dgm:prSet/>
      <dgm:spPr/>
      <dgm:t>
        <a:bodyPr/>
        <a:lstStyle/>
        <a:p>
          <a:endParaRPr lang="en-US"/>
        </a:p>
      </dgm:t>
    </dgm:pt>
    <dgm:pt modelId="{D3DDBB93-1328-4202-821E-D6D2935B13D0}" type="sibTrans" cxnId="{E998CFFB-0137-4F05-AD06-E21613325ACD}">
      <dgm:prSet/>
      <dgm:spPr/>
      <dgm:t>
        <a:bodyPr/>
        <a:lstStyle/>
        <a:p>
          <a:endParaRPr lang="en-US"/>
        </a:p>
      </dgm:t>
    </dgm:pt>
    <dgm:pt modelId="{ED899AC0-BADA-4BAE-B7F7-395C329D3497}">
      <dgm:prSet/>
      <dgm:spPr/>
      <dgm:t>
        <a:bodyPr/>
        <a:lstStyle/>
        <a:p>
          <a:pPr>
            <a:defRPr cap="all"/>
          </a:pPr>
          <a:r>
            <a:rPr lang="en-US" dirty="0">
              <a:solidFill>
                <a:schemeClr val="tx1"/>
              </a:solidFill>
            </a:rPr>
            <a:t>SQL for querying insights</a:t>
          </a:r>
        </a:p>
      </dgm:t>
    </dgm:pt>
    <dgm:pt modelId="{0C24FE44-5CC3-4E54-AC17-8DBE7BE8D35A}" type="parTrans" cxnId="{A415F9C3-3B5B-4851-8E33-CAD5A00FC982}">
      <dgm:prSet/>
      <dgm:spPr/>
      <dgm:t>
        <a:bodyPr/>
        <a:lstStyle/>
        <a:p>
          <a:endParaRPr lang="en-US"/>
        </a:p>
      </dgm:t>
    </dgm:pt>
    <dgm:pt modelId="{6085340E-CD3C-40AC-89F2-5AEF62F539BE}" type="sibTrans" cxnId="{A415F9C3-3B5B-4851-8E33-CAD5A00FC982}">
      <dgm:prSet/>
      <dgm:spPr/>
      <dgm:t>
        <a:bodyPr/>
        <a:lstStyle/>
        <a:p>
          <a:endParaRPr lang="en-US"/>
        </a:p>
      </dgm:t>
    </dgm:pt>
    <dgm:pt modelId="{41065E53-CBF3-49E0-9664-A57830752370}">
      <dgm:prSet/>
      <dgm:spPr/>
      <dgm:t>
        <a:bodyPr/>
        <a:lstStyle/>
        <a:p>
          <a:pPr>
            <a:defRPr cap="all"/>
          </a:pPr>
          <a:r>
            <a:rPr lang="en-US" dirty="0">
              <a:solidFill>
                <a:schemeClr val="tx1"/>
              </a:solidFill>
            </a:rPr>
            <a:t>Excel for dashboards</a:t>
          </a:r>
        </a:p>
      </dgm:t>
    </dgm:pt>
    <dgm:pt modelId="{DC90960A-D7D6-46E9-8A9E-A3E33439138D}" type="parTrans" cxnId="{0F4B7124-E7ED-488C-8F84-174816468FE4}">
      <dgm:prSet/>
      <dgm:spPr/>
      <dgm:t>
        <a:bodyPr/>
        <a:lstStyle/>
        <a:p>
          <a:endParaRPr lang="en-US"/>
        </a:p>
      </dgm:t>
    </dgm:pt>
    <dgm:pt modelId="{D6F2F0AB-906E-445A-992B-3C6CC3C3B473}" type="sibTrans" cxnId="{0F4B7124-E7ED-488C-8F84-174816468FE4}">
      <dgm:prSet/>
      <dgm:spPr/>
      <dgm:t>
        <a:bodyPr/>
        <a:lstStyle/>
        <a:p>
          <a:endParaRPr lang="en-US"/>
        </a:p>
      </dgm:t>
    </dgm:pt>
    <dgm:pt modelId="{D4E99466-D8E9-42DF-86CA-4858311A1200}" type="pres">
      <dgm:prSet presAssocID="{C2B0753C-A381-4E5C-829F-39A7776DABA8}" presName="root" presStyleCnt="0">
        <dgm:presLayoutVars>
          <dgm:dir/>
          <dgm:resizeHandles val="exact"/>
        </dgm:presLayoutVars>
      </dgm:prSet>
      <dgm:spPr/>
    </dgm:pt>
    <dgm:pt modelId="{CFB80675-F75C-4D93-BEBC-C578A9440405}" type="pres">
      <dgm:prSet presAssocID="{573A827A-AAFA-4B8A-B61C-81D10A2A1F17}" presName="compNode" presStyleCnt="0"/>
      <dgm:spPr/>
    </dgm:pt>
    <dgm:pt modelId="{C862A44C-BEDF-4932-8DD2-561C92B64FD0}" type="pres">
      <dgm:prSet presAssocID="{573A827A-AAFA-4B8A-B61C-81D10A2A1F17}" presName="iconBgRect" presStyleLbl="bgShp" presStyleIdx="0" presStyleCnt="3"/>
      <dgm:spPr/>
    </dgm:pt>
    <dgm:pt modelId="{167CE0D0-27C9-4FF9-A0A7-39E8A03DF6BC}" type="pres">
      <dgm:prSet presAssocID="{573A827A-AAFA-4B8A-B61C-81D10A2A1F1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nda"/>
        </a:ext>
      </dgm:extLst>
    </dgm:pt>
    <dgm:pt modelId="{5C9A44BA-DF87-4D0F-91CB-DD261AF6FA03}" type="pres">
      <dgm:prSet presAssocID="{573A827A-AAFA-4B8A-B61C-81D10A2A1F17}" presName="spaceRect" presStyleCnt="0"/>
      <dgm:spPr/>
    </dgm:pt>
    <dgm:pt modelId="{B7E98CAF-CB9D-48EF-9652-7C5D92D5AF4E}" type="pres">
      <dgm:prSet presAssocID="{573A827A-AAFA-4B8A-B61C-81D10A2A1F17}" presName="textRect" presStyleLbl="revTx" presStyleIdx="0" presStyleCnt="3">
        <dgm:presLayoutVars>
          <dgm:chMax val="1"/>
          <dgm:chPref val="1"/>
        </dgm:presLayoutVars>
      </dgm:prSet>
      <dgm:spPr/>
    </dgm:pt>
    <dgm:pt modelId="{76F2E800-43DC-4444-8704-8299D0A63C46}" type="pres">
      <dgm:prSet presAssocID="{D3DDBB93-1328-4202-821E-D6D2935B13D0}" presName="sibTrans" presStyleCnt="0"/>
      <dgm:spPr/>
    </dgm:pt>
    <dgm:pt modelId="{0103F46F-53E8-4F1C-BBF8-511880F37B37}" type="pres">
      <dgm:prSet presAssocID="{ED899AC0-BADA-4BAE-B7F7-395C329D3497}" presName="compNode" presStyleCnt="0"/>
      <dgm:spPr/>
    </dgm:pt>
    <dgm:pt modelId="{D13232D9-71E8-4E26-80F1-A702A8E5CE68}" type="pres">
      <dgm:prSet presAssocID="{ED899AC0-BADA-4BAE-B7F7-395C329D3497}" presName="iconBgRect" presStyleLbl="bgShp" presStyleIdx="1" presStyleCnt="3"/>
      <dgm:spPr/>
    </dgm:pt>
    <dgm:pt modelId="{F5DF6E8D-A1D2-4C6E-B262-857E1062987C}" type="pres">
      <dgm:prSet presAssocID="{ED899AC0-BADA-4BAE-B7F7-395C329D349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E5CF27B8-C417-46E8-A213-0F38B5C055D2}" type="pres">
      <dgm:prSet presAssocID="{ED899AC0-BADA-4BAE-B7F7-395C329D3497}" presName="spaceRect" presStyleCnt="0"/>
      <dgm:spPr/>
    </dgm:pt>
    <dgm:pt modelId="{4BC43F64-2D61-431C-9A03-33A85FC618A6}" type="pres">
      <dgm:prSet presAssocID="{ED899AC0-BADA-4BAE-B7F7-395C329D3497}" presName="textRect" presStyleLbl="revTx" presStyleIdx="1" presStyleCnt="3">
        <dgm:presLayoutVars>
          <dgm:chMax val="1"/>
          <dgm:chPref val="1"/>
        </dgm:presLayoutVars>
      </dgm:prSet>
      <dgm:spPr/>
    </dgm:pt>
    <dgm:pt modelId="{CA75F19F-07F9-4B9E-8718-44839E6ADEE3}" type="pres">
      <dgm:prSet presAssocID="{6085340E-CD3C-40AC-89F2-5AEF62F539BE}" presName="sibTrans" presStyleCnt="0"/>
      <dgm:spPr/>
    </dgm:pt>
    <dgm:pt modelId="{F342FCBD-351F-4906-BFCE-33C78E513E96}" type="pres">
      <dgm:prSet presAssocID="{41065E53-CBF3-49E0-9664-A57830752370}" presName="compNode" presStyleCnt="0"/>
      <dgm:spPr/>
    </dgm:pt>
    <dgm:pt modelId="{689E37F6-97D4-4D33-8FA0-0A13B977BC84}" type="pres">
      <dgm:prSet presAssocID="{41065E53-CBF3-49E0-9664-A57830752370}" presName="iconBgRect" presStyleLbl="bgShp" presStyleIdx="2" presStyleCnt="3"/>
      <dgm:spPr/>
    </dgm:pt>
    <dgm:pt modelId="{3A0E7B24-C254-4FC5-9DD6-F9E889FBD04E}" type="pres">
      <dgm:prSet presAssocID="{41065E53-CBF3-49E0-9664-A5783075237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5A9437DC-E3BD-4E0E-BB47-E4025217BCF4}" type="pres">
      <dgm:prSet presAssocID="{41065E53-CBF3-49E0-9664-A57830752370}" presName="spaceRect" presStyleCnt="0"/>
      <dgm:spPr/>
    </dgm:pt>
    <dgm:pt modelId="{5F6378F5-5ADF-4902-B047-2497CDF1EB45}" type="pres">
      <dgm:prSet presAssocID="{41065E53-CBF3-49E0-9664-A57830752370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CF20F008-B319-4DA0-AD69-89FF4F26BD2A}" type="presOf" srcId="{573A827A-AAFA-4B8A-B61C-81D10A2A1F17}" destId="{B7E98CAF-CB9D-48EF-9652-7C5D92D5AF4E}" srcOrd="0" destOrd="0" presId="urn:microsoft.com/office/officeart/2018/5/layout/IconCircleLabelList"/>
    <dgm:cxn modelId="{0F4B7124-E7ED-488C-8F84-174816468FE4}" srcId="{C2B0753C-A381-4E5C-829F-39A7776DABA8}" destId="{41065E53-CBF3-49E0-9664-A57830752370}" srcOrd="2" destOrd="0" parTransId="{DC90960A-D7D6-46E9-8A9E-A3E33439138D}" sibTransId="{D6F2F0AB-906E-445A-992B-3C6CC3C3B473}"/>
    <dgm:cxn modelId="{5B0DCB8E-BEC3-442B-B71F-F1EEB12FEF5A}" type="presOf" srcId="{C2B0753C-A381-4E5C-829F-39A7776DABA8}" destId="{D4E99466-D8E9-42DF-86CA-4858311A1200}" srcOrd="0" destOrd="0" presId="urn:microsoft.com/office/officeart/2018/5/layout/IconCircleLabelList"/>
    <dgm:cxn modelId="{A415F9C3-3B5B-4851-8E33-CAD5A00FC982}" srcId="{C2B0753C-A381-4E5C-829F-39A7776DABA8}" destId="{ED899AC0-BADA-4BAE-B7F7-395C329D3497}" srcOrd="1" destOrd="0" parTransId="{0C24FE44-5CC3-4E54-AC17-8DBE7BE8D35A}" sibTransId="{6085340E-CD3C-40AC-89F2-5AEF62F539BE}"/>
    <dgm:cxn modelId="{2A472ED2-A576-4412-B71D-F0018D80186F}" type="presOf" srcId="{ED899AC0-BADA-4BAE-B7F7-395C329D3497}" destId="{4BC43F64-2D61-431C-9A03-33A85FC618A6}" srcOrd="0" destOrd="0" presId="urn:microsoft.com/office/officeart/2018/5/layout/IconCircleLabelList"/>
    <dgm:cxn modelId="{0FD6F2EF-B9AA-4D6A-AFF6-C365C1C037DF}" type="presOf" srcId="{41065E53-CBF3-49E0-9664-A57830752370}" destId="{5F6378F5-5ADF-4902-B047-2497CDF1EB45}" srcOrd="0" destOrd="0" presId="urn:microsoft.com/office/officeart/2018/5/layout/IconCircleLabelList"/>
    <dgm:cxn modelId="{E998CFFB-0137-4F05-AD06-E21613325ACD}" srcId="{C2B0753C-A381-4E5C-829F-39A7776DABA8}" destId="{573A827A-AAFA-4B8A-B61C-81D10A2A1F17}" srcOrd="0" destOrd="0" parTransId="{4FD0571C-8BBF-45B8-A6B5-6689574B6BEC}" sibTransId="{D3DDBB93-1328-4202-821E-D6D2935B13D0}"/>
    <dgm:cxn modelId="{FC18DB50-BF6A-4305-A3C1-C9AA46555768}" type="presParOf" srcId="{D4E99466-D8E9-42DF-86CA-4858311A1200}" destId="{CFB80675-F75C-4D93-BEBC-C578A9440405}" srcOrd="0" destOrd="0" presId="urn:microsoft.com/office/officeart/2018/5/layout/IconCircleLabelList"/>
    <dgm:cxn modelId="{87D52FEB-191E-4F43-A93B-74DE77BE5C69}" type="presParOf" srcId="{CFB80675-F75C-4D93-BEBC-C578A9440405}" destId="{C862A44C-BEDF-4932-8DD2-561C92B64FD0}" srcOrd="0" destOrd="0" presId="urn:microsoft.com/office/officeart/2018/5/layout/IconCircleLabelList"/>
    <dgm:cxn modelId="{CB16E06A-5D32-4C3D-AD1A-75FBA3B0795F}" type="presParOf" srcId="{CFB80675-F75C-4D93-BEBC-C578A9440405}" destId="{167CE0D0-27C9-4FF9-A0A7-39E8A03DF6BC}" srcOrd="1" destOrd="0" presId="urn:microsoft.com/office/officeart/2018/5/layout/IconCircleLabelList"/>
    <dgm:cxn modelId="{B068B621-FF71-48D5-8DEB-FEB337E12592}" type="presParOf" srcId="{CFB80675-F75C-4D93-BEBC-C578A9440405}" destId="{5C9A44BA-DF87-4D0F-91CB-DD261AF6FA03}" srcOrd="2" destOrd="0" presId="urn:microsoft.com/office/officeart/2018/5/layout/IconCircleLabelList"/>
    <dgm:cxn modelId="{11E90090-B6B8-4C3A-98B5-53C4098A1ED4}" type="presParOf" srcId="{CFB80675-F75C-4D93-BEBC-C578A9440405}" destId="{B7E98CAF-CB9D-48EF-9652-7C5D92D5AF4E}" srcOrd="3" destOrd="0" presId="urn:microsoft.com/office/officeart/2018/5/layout/IconCircleLabelList"/>
    <dgm:cxn modelId="{7E3D9964-B342-4CC3-8DD1-FAE90573E173}" type="presParOf" srcId="{D4E99466-D8E9-42DF-86CA-4858311A1200}" destId="{76F2E800-43DC-4444-8704-8299D0A63C46}" srcOrd="1" destOrd="0" presId="urn:microsoft.com/office/officeart/2018/5/layout/IconCircleLabelList"/>
    <dgm:cxn modelId="{5B5F32C6-114D-4E37-AA17-C29A9D3B2C14}" type="presParOf" srcId="{D4E99466-D8E9-42DF-86CA-4858311A1200}" destId="{0103F46F-53E8-4F1C-BBF8-511880F37B37}" srcOrd="2" destOrd="0" presId="urn:microsoft.com/office/officeart/2018/5/layout/IconCircleLabelList"/>
    <dgm:cxn modelId="{8E802DCE-5841-4FE6-8A0C-A8219896263F}" type="presParOf" srcId="{0103F46F-53E8-4F1C-BBF8-511880F37B37}" destId="{D13232D9-71E8-4E26-80F1-A702A8E5CE68}" srcOrd="0" destOrd="0" presId="urn:microsoft.com/office/officeart/2018/5/layout/IconCircleLabelList"/>
    <dgm:cxn modelId="{F4B1EA25-6985-4042-8C5D-5A9E80A1A761}" type="presParOf" srcId="{0103F46F-53E8-4F1C-BBF8-511880F37B37}" destId="{F5DF6E8D-A1D2-4C6E-B262-857E1062987C}" srcOrd="1" destOrd="0" presId="urn:microsoft.com/office/officeart/2018/5/layout/IconCircleLabelList"/>
    <dgm:cxn modelId="{923349E1-5F5B-4DC4-AD58-3F194F461CCB}" type="presParOf" srcId="{0103F46F-53E8-4F1C-BBF8-511880F37B37}" destId="{E5CF27B8-C417-46E8-A213-0F38B5C055D2}" srcOrd="2" destOrd="0" presId="urn:microsoft.com/office/officeart/2018/5/layout/IconCircleLabelList"/>
    <dgm:cxn modelId="{563C3F6E-DE83-4526-AFB7-46DB90FD8C52}" type="presParOf" srcId="{0103F46F-53E8-4F1C-BBF8-511880F37B37}" destId="{4BC43F64-2D61-431C-9A03-33A85FC618A6}" srcOrd="3" destOrd="0" presId="urn:microsoft.com/office/officeart/2018/5/layout/IconCircleLabelList"/>
    <dgm:cxn modelId="{AD7C8D70-53D4-4F55-B398-DE41B9C0AC26}" type="presParOf" srcId="{D4E99466-D8E9-42DF-86CA-4858311A1200}" destId="{CA75F19F-07F9-4B9E-8718-44839E6ADEE3}" srcOrd="3" destOrd="0" presId="urn:microsoft.com/office/officeart/2018/5/layout/IconCircleLabelList"/>
    <dgm:cxn modelId="{EB7D14DD-372A-459D-805F-5A4EE714E439}" type="presParOf" srcId="{D4E99466-D8E9-42DF-86CA-4858311A1200}" destId="{F342FCBD-351F-4906-BFCE-33C78E513E96}" srcOrd="4" destOrd="0" presId="urn:microsoft.com/office/officeart/2018/5/layout/IconCircleLabelList"/>
    <dgm:cxn modelId="{165CA800-C066-43F5-A64E-65622D090532}" type="presParOf" srcId="{F342FCBD-351F-4906-BFCE-33C78E513E96}" destId="{689E37F6-97D4-4D33-8FA0-0A13B977BC84}" srcOrd="0" destOrd="0" presId="urn:microsoft.com/office/officeart/2018/5/layout/IconCircleLabelList"/>
    <dgm:cxn modelId="{B72E92F5-72DA-4516-B6B3-966E10E48CD8}" type="presParOf" srcId="{F342FCBD-351F-4906-BFCE-33C78E513E96}" destId="{3A0E7B24-C254-4FC5-9DD6-F9E889FBD04E}" srcOrd="1" destOrd="0" presId="urn:microsoft.com/office/officeart/2018/5/layout/IconCircleLabelList"/>
    <dgm:cxn modelId="{CCD32810-6AD5-4187-85C4-9654C60AC93D}" type="presParOf" srcId="{F342FCBD-351F-4906-BFCE-33C78E513E96}" destId="{5A9437DC-E3BD-4E0E-BB47-E4025217BCF4}" srcOrd="2" destOrd="0" presId="urn:microsoft.com/office/officeart/2018/5/layout/IconCircleLabelList"/>
    <dgm:cxn modelId="{4717BC97-0304-46A5-B690-43ACC568214B}" type="presParOf" srcId="{F342FCBD-351F-4906-BFCE-33C78E513E96}" destId="{5F6378F5-5ADF-4902-B047-2497CDF1EB45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4A7120E-AE76-47B7-A336-97E30EE19343}" type="doc">
      <dgm:prSet loTypeId="urn:microsoft.com/office/officeart/2005/8/layout/hierarchy3" loCatId="hierarchy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372EFAC8-4093-47AC-A3C2-63AD29547F1E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2,000 entries from AliExpress</a:t>
          </a:r>
        </a:p>
      </dgm:t>
    </dgm:pt>
    <dgm:pt modelId="{BC6F69BE-C1D3-415A-859D-A70DCDC73E6A}" type="parTrans" cxnId="{35CECC67-16D1-4CEC-AC50-FC079A4D90B5}">
      <dgm:prSet/>
      <dgm:spPr/>
      <dgm:t>
        <a:bodyPr/>
        <a:lstStyle/>
        <a:p>
          <a:endParaRPr lang="en-US"/>
        </a:p>
      </dgm:t>
    </dgm:pt>
    <dgm:pt modelId="{D6B0CAEB-E1EC-4D8E-B540-B68A51A178D5}" type="sibTrans" cxnId="{35CECC67-16D1-4CEC-AC50-FC079A4D90B5}">
      <dgm:prSet/>
      <dgm:spPr/>
      <dgm:t>
        <a:bodyPr/>
        <a:lstStyle/>
        <a:p>
          <a:endParaRPr lang="en-US"/>
        </a:p>
      </dgm:t>
    </dgm:pt>
    <dgm:pt modelId="{C7B65AB6-41ED-4261-8B9A-BDCA920856C1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Columns: </a:t>
          </a:r>
          <a:r>
            <a:rPr lang="en-US" dirty="0" err="1">
              <a:solidFill>
                <a:schemeClr val="tx1"/>
              </a:solidFill>
            </a:rPr>
            <a:t>productTitle</a:t>
          </a:r>
          <a:r>
            <a:rPr lang="en-US" dirty="0">
              <a:solidFill>
                <a:schemeClr val="tx1"/>
              </a:solidFill>
            </a:rPr>
            <a:t>, </a:t>
          </a:r>
          <a:r>
            <a:rPr lang="en-US" dirty="0" err="1">
              <a:solidFill>
                <a:schemeClr val="tx1"/>
              </a:solidFill>
            </a:rPr>
            <a:t>originalPrice</a:t>
          </a:r>
          <a:r>
            <a:rPr lang="en-US" dirty="0">
              <a:solidFill>
                <a:schemeClr val="tx1"/>
              </a:solidFill>
            </a:rPr>
            <a:t>, price, sold, </a:t>
          </a:r>
          <a:r>
            <a:rPr lang="en-US" dirty="0" err="1">
              <a:solidFill>
                <a:schemeClr val="tx1"/>
              </a:solidFill>
            </a:rPr>
            <a:t>tagText</a:t>
          </a:r>
          <a:endParaRPr lang="en-US" dirty="0">
            <a:solidFill>
              <a:schemeClr val="tx1"/>
            </a:solidFill>
          </a:endParaRPr>
        </a:p>
      </dgm:t>
    </dgm:pt>
    <dgm:pt modelId="{FDBEE4BD-B331-4E3E-A608-919F41A22739}" type="parTrans" cxnId="{921E05D7-0F0E-403C-A136-C5691C4A9771}">
      <dgm:prSet/>
      <dgm:spPr/>
      <dgm:t>
        <a:bodyPr/>
        <a:lstStyle/>
        <a:p>
          <a:endParaRPr lang="en-US"/>
        </a:p>
      </dgm:t>
    </dgm:pt>
    <dgm:pt modelId="{C96831C8-0C08-4842-983D-29D0A5AA5955}" type="sibTrans" cxnId="{921E05D7-0F0E-403C-A136-C5691C4A9771}">
      <dgm:prSet/>
      <dgm:spPr/>
      <dgm:t>
        <a:bodyPr/>
        <a:lstStyle/>
        <a:p>
          <a:endParaRPr lang="en-US"/>
        </a:p>
      </dgm:t>
    </dgm:pt>
    <dgm:pt modelId="{E0539B01-CDB5-407F-A08B-511763E3C273}" type="pres">
      <dgm:prSet presAssocID="{54A7120E-AE76-47B7-A336-97E30EE19343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BB4138F-DC17-440D-A301-B1862C790104}" type="pres">
      <dgm:prSet presAssocID="{372EFAC8-4093-47AC-A3C2-63AD29547F1E}" presName="root" presStyleCnt="0"/>
      <dgm:spPr/>
    </dgm:pt>
    <dgm:pt modelId="{E904CEB7-3A99-41BC-B4DA-0588B30227EE}" type="pres">
      <dgm:prSet presAssocID="{372EFAC8-4093-47AC-A3C2-63AD29547F1E}" presName="rootComposite" presStyleCnt="0"/>
      <dgm:spPr/>
    </dgm:pt>
    <dgm:pt modelId="{C1FB87E5-B04E-4130-96E8-78B69446DA25}" type="pres">
      <dgm:prSet presAssocID="{372EFAC8-4093-47AC-A3C2-63AD29547F1E}" presName="rootText" presStyleLbl="node1" presStyleIdx="0" presStyleCnt="2"/>
      <dgm:spPr/>
    </dgm:pt>
    <dgm:pt modelId="{6804CCC4-4C28-4CC4-A4D1-37F7C9D41CD7}" type="pres">
      <dgm:prSet presAssocID="{372EFAC8-4093-47AC-A3C2-63AD29547F1E}" presName="rootConnector" presStyleLbl="node1" presStyleIdx="0" presStyleCnt="2"/>
      <dgm:spPr/>
    </dgm:pt>
    <dgm:pt modelId="{D8C98C3E-82A1-4030-8574-AC86DA2FEE7B}" type="pres">
      <dgm:prSet presAssocID="{372EFAC8-4093-47AC-A3C2-63AD29547F1E}" presName="childShape" presStyleCnt="0"/>
      <dgm:spPr/>
    </dgm:pt>
    <dgm:pt modelId="{FC9F6EB6-CB0A-4CA1-A4AF-B7130BFD1DD7}" type="pres">
      <dgm:prSet presAssocID="{C7B65AB6-41ED-4261-8B9A-BDCA920856C1}" presName="root" presStyleCnt="0"/>
      <dgm:spPr/>
    </dgm:pt>
    <dgm:pt modelId="{EE8E3FAC-BFDA-4DCF-BC43-C9568E85911B}" type="pres">
      <dgm:prSet presAssocID="{C7B65AB6-41ED-4261-8B9A-BDCA920856C1}" presName="rootComposite" presStyleCnt="0"/>
      <dgm:spPr/>
    </dgm:pt>
    <dgm:pt modelId="{41B43EF4-BBBF-408C-9C65-C57422412CBD}" type="pres">
      <dgm:prSet presAssocID="{C7B65AB6-41ED-4261-8B9A-BDCA920856C1}" presName="rootText" presStyleLbl="node1" presStyleIdx="1" presStyleCnt="2"/>
      <dgm:spPr/>
    </dgm:pt>
    <dgm:pt modelId="{66077ACA-D0CE-4179-92E0-6AB69EBD75E1}" type="pres">
      <dgm:prSet presAssocID="{C7B65AB6-41ED-4261-8B9A-BDCA920856C1}" presName="rootConnector" presStyleLbl="node1" presStyleIdx="1" presStyleCnt="2"/>
      <dgm:spPr/>
    </dgm:pt>
    <dgm:pt modelId="{F5DD8699-2444-472B-A362-B6C24346B3C5}" type="pres">
      <dgm:prSet presAssocID="{C7B65AB6-41ED-4261-8B9A-BDCA920856C1}" presName="childShape" presStyleCnt="0"/>
      <dgm:spPr/>
    </dgm:pt>
  </dgm:ptLst>
  <dgm:cxnLst>
    <dgm:cxn modelId="{35CECC67-16D1-4CEC-AC50-FC079A4D90B5}" srcId="{54A7120E-AE76-47B7-A336-97E30EE19343}" destId="{372EFAC8-4093-47AC-A3C2-63AD29547F1E}" srcOrd="0" destOrd="0" parTransId="{BC6F69BE-C1D3-415A-859D-A70DCDC73E6A}" sibTransId="{D6B0CAEB-E1EC-4D8E-B540-B68A51A178D5}"/>
    <dgm:cxn modelId="{D822CD49-B0E7-4E2D-A72A-B79A9D3BAC22}" type="presOf" srcId="{372EFAC8-4093-47AC-A3C2-63AD29547F1E}" destId="{6804CCC4-4C28-4CC4-A4D1-37F7C9D41CD7}" srcOrd="1" destOrd="0" presId="urn:microsoft.com/office/officeart/2005/8/layout/hierarchy3"/>
    <dgm:cxn modelId="{CC64DFAE-4D0F-486C-8D6F-B0E88C72AD49}" type="presOf" srcId="{372EFAC8-4093-47AC-A3C2-63AD29547F1E}" destId="{C1FB87E5-B04E-4130-96E8-78B69446DA25}" srcOrd="0" destOrd="0" presId="urn:microsoft.com/office/officeart/2005/8/layout/hierarchy3"/>
    <dgm:cxn modelId="{4BEA04AF-E794-46AB-B397-3409B54F34FE}" type="presOf" srcId="{C7B65AB6-41ED-4261-8B9A-BDCA920856C1}" destId="{41B43EF4-BBBF-408C-9C65-C57422412CBD}" srcOrd="0" destOrd="0" presId="urn:microsoft.com/office/officeart/2005/8/layout/hierarchy3"/>
    <dgm:cxn modelId="{6F7F7FB1-FDE2-4EEF-B93B-79993D5760E5}" type="presOf" srcId="{C7B65AB6-41ED-4261-8B9A-BDCA920856C1}" destId="{66077ACA-D0CE-4179-92E0-6AB69EBD75E1}" srcOrd="1" destOrd="0" presId="urn:microsoft.com/office/officeart/2005/8/layout/hierarchy3"/>
    <dgm:cxn modelId="{C3671FC4-8DDF-4986-B0C7-06EE86B088CE}" type="presOf" srcId="{54A7120E-AE76-47B7-A336-97E30EE19343}" destId="{E0539B01-CDB5-407F-A08B-511763E3C273}" srcOrd="0" destOrd="0" presId="urn:microsoft.com/office/officeart/2005/8/layout/hierarchy3"/>
    <dgm:cxn modelId="{921E05D7-0F0E-403C-A136-C5691C4A9771}" srcId="{54A7120E-AE76-47B7-A336-97E30EE19343}" destId="{C7B65AB6-41ED-4261-8B9A-BDCA920856C1}" srcOrd="1" destOrd="0" parTransId="{FDBEE4BD-B331-4E3E-A608-919F41A22739}" sibTransId="{C96831C8-0C08-4842-983D-29D0A5AA5955}"/>
    <dgm:cxn modelId="{D7B4DA32-6E9C-47C4-9D9E-EFE65F05C5C5}" type="presParOf" srcId="{E0539B01-CDB5-407F-A08B-511763E3C273}" destId="{9BB4138F-DC17-440D-A301-B1862C790104}" srcOrd="0" destOrd="0" presId="urn:microsoft.com/office/officeart/2005/8/layout/hierarchy3"/>
    <dgm:cxn modelId="{731264BA-D804-44EB-9093-CDAD7F6E6430}" type="presParOf" srcId="{9BB4138F-DC17-440D-A301-B1862C790104}" destId="{E904CEB7-3A99-41BC-B4DA-0588B30227EE}" srcOrd="0" destOrd="0" presId="urn:microsoft.com/office/officeart/2005/8/layout/hierarchy3"/>
    <dgm:cxn modelId="{964A5713-2DB9-4E76-B984-6791AA747F75}" type="presParOf" srcId="{E904CEB7-3A99-41BC-B4DA-0588B30227EE}" destId="{C1FB87E5-B04E-4130-96E8-78B69446DA25}" srcOrd="0" destOrd="0" presId="urn:microsoft.com/office/officeart/2005/8/layout/hierarchy3"/>
    <dgm:cxn modelId="{D78305BE-051D-4A9C-AA2B-F3BB2EE34FEC}" type="presParOf" srcId="{E904CEB7-3A99-41BC-B4DA-0588B30227EE}" destId="{6804CCC4-4C28-4CC4-A4D1-37F7C9D41CD7}" srcOrd="1" destOrd="0" presId="urn:microsoft.com/office/officeart/2005/8/layout/hierarchy3"/>
    <dgm:cxn modelId="{1D72ADAB-4FC8-4B02-9684-6D8B8966FF2D}" type="presParOf" srcId="{9BB4138F-DC17-440D-A301-B1862C790104}" destId="{D8C98C3E-82A1-4030-8574-AC86DA2FEE7B}" srcOrd="1" destOrd="0" presId="urn:microsoft.com/office/officeart/2005/8/layout/hierarchy3"/>
    <dgm:cxn modelId="{F9F041DD-3E6A-425E-85D4-EF63C5AC8A0F}" type="presParOf" srcId="{E0539B01-CDB5-407F-A08B-511763E3C273}" destId="{FC9F6EB6-CB0A-4CA1-A4AF-B7130BFD1DD7}" srcOrd="1" destOrd="0" presId="urn:microsoft.com/office/officeart/2005/8/layout/hierarchy3"/>
    <dgm:cxn modelId="{9DF932AD-DE1D-46F9-B3C1-1038E633D684}" type="presParOf" srcId="{FC9F6EB6-CB0A-4CA1-A4AF-B7130BFD1DD7}" destId="{EE8E3FAC-BFDA-4DCF-BC43-C9568E85911B}" srcOrd="0" destOrd="0" presId="urn:microsoft.com/office/officeart/2005/8/layout/hierarchy3"/>
    <dgm:cxn modelId="{9AFFAEEE-83F8-495B-9234-25D13C77FBD8}" type="presParOf" srcId="{EE8E3FAC-BFDA-4DCF-BC43-C9568E85911B}" destId="{41B43EF4-BBBF-408C-9C65-C57422412CBD}" srcOrd="0" destOrd="0" presId="urn:microsoft.com/office/officeart/2005/8/layout/hierarchy3"/>
    <dgm:cxn modelId="{C580F572-A29A-4893-9312-4ED4A8C0FA3F}" type="presParOf" srcId="{EE8E3FAC-BFDA-4DCF-BC43-C9568E85911B}" destId="{66077ACA-D0CE-4179-92E0-6AB69EBD75E1}" srcOrd="1" destOrd="0" presId="urn:microsoft.com/office/officeart/2005/8/layout/hierarchy3"/>
    <dgm:cxn modelId="{EAEFD13C-5D04-4DA6-B699-A5229B34469A}" type="presParOf" srcId="{FC9F6EB6-CB0A-4CA1-A4AF-B7130BFD1DD7}" destId="{F5DD8699-2444-472B-A362-B6C24346B3C5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4421E58-42FC-45F5-A82E-17D7EFA463D3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accent3_2" csCatId="accent3" phldr="1"/>
      <dgm:spPr/>
      <dgm:t>
        <a:bodyPr/>
        <a:lstStyle/>
        <a:p>
          <a:endParaRPr lang="en-US"/>
        </a:p>
      </dgm:t>
    </dgm:pt>
    <dgm:pt modelId="{1EE1536B-156E-444C-9ACF-C29E63EBEA8C}">
      <dgm:prSet/>
      <dgm:spPr/>
      <dgm:t>
        <a:bodyPr/>
        <a:lstStyle/>
        <a:p>
          <a:r>
            <a:rPr lang="en-US"/>
            <a:t>Data Collection and Cleaning</a:t>
          </a:r>
        </a:p>
      </dgm:t>
    </dgm:pt>
    <dgm:pt modelId="{007F35CC-0916-4889-B74D-6305494633A9}" type="parTrans" cxnId="{7BB37A01-A54F-49D0-9E43-8E939C109DB7}">
      <dgm:prSet/>
      <dgm:spPr/>
      <dgm:t>
        <a:bodyPr/>
        <a:lstStyle/>
        <a:p>
          <a:endParaRPr lang="en-US"/>
        </a:p>
      </dgm:t>
    </dgm:pt>
    <dgm:pt modelId="{C4B67157-BD8D-4EEC-B05E-48BEB083055B}" type="sibTrans" cxnId="{7BB37A01-A54F-49D0-9E43-8E939C109DB7}">
      <dgm:prSet/>
      <dgm:spPr/>
      <dgm:t>
        <a:bodyPr/>
        <a:lstStyle/>
        <a:p>
          <a:endParaRPr lang="en-US"/>
        </a:p>
      </dgm:t>
    </dgm:pt>
    <dgm:pt modelId="{8D2D3464-B48E-4019-B7A0-140DA1413CC2}">
      <dgm:prSet/>
      <dgm:spPr/>
      <dgm:t>
        <a:bodyPr/>
        <a:lstStyle/>
        <a:p>
          <a:r>
            <a:rPr lang="en-US"/>
            <a:t>EDA and Visualizations</a:t>
          </a:r>
        </a:p>
      </dgm:t>
    </dgm:pt>
    <dgm:pt modelId="{001A0FE4-E10D-498C-808B-B9C2F97AC635}" type="parTrans" cxnId="{37F1C2A6-6F70-4CE9-8251-71DB5C088252}">
      <dgm:prSet/>
      <dgm:spPr/>
      <dgm:t>
        <a:bodyPr/>
        <a:lstStyle/>
        <a:p>
          <a:endParaRPr lang="en-US"/>
        </a:p>
      </dgm:t>
    </dgm:pt>
    <dgm:pt modelId="{02262E1E-1825-4CBC-A26C-BF4BB7A46B2C}" type="sibTrans" cxnId="{37F1C2A6-6F70-4CE9-8251-71DB5C088252}">
      <dgm:prSet/>
      <dgm:spPr/>
      <dgm:t>
        <a:bodyPr/>
        <a:lstStyle/>
        <a:p>
          <a:endParaRPr lang="en-US"/>
        </a:p>
      </dgm:t>
    </dgm:pt>
    <dgm:pt modelId="{9B945A74-63B3-4BE5-9854-9F938B641609}">
      <dgm:prSet/>
      <dgm:spPr/>
      <dgm:t>
        <a:bodyPr/>
        <a:lstStyle/>
        <a:p>
          <a:r>
            <a:rPr lang="en-US" dirty="0"/>
            <a:t>Feature Engineering (Discount %, TF-IDF)</a:t>
          </a:r>
        </a:p>
      </dgm:t>
    </dgm:pt>
    <dgm:pt modelId="{90AA044A-ABF7-470A-A049-773F654FBF40}" type="parTrans" cxnId="{A7807613-6C2A-44BE-ABC8-0C336330ECE1}">
      <dgm:prSet/>
      <dgm:spPr/>
      <dgm:t>
        <a:bodyPr/>
        <a:lstStyle/>
        <a:p>
          <a:endParaRPr lang="en-US"/>
        </a:p>
      </dgm:t>
    </dgm:pt>
    <dgm:pt modelId="{7A5FD908-5C73-429B-B1DE-BED3A4CA8F73}" type="sibTrans" cxnId="{A7807613-6C2A-44BE-ABC8-0C336330ECE1}">
      <dgm:prSet/>
      <dgm:spPr/>
      <dgm:t>
        <a:bodyPr/>
        <a:lstStyle/>
        <a:p>
          <a:endParaRPr lang="en-US"/>
        </a:p>
      </dgm:t>
    </dgm:pt>
    <dgm:pt modelId="{113ACA3B-C941-43F3-A05E-7C92A51801FF}">
      <dgm:prSet/>
      <dgm:spPr/>
      <dgm:t>
        <a:bodyPr/>
        <a:lstStyle/>
        <a:p>
          <a:r>
            <a:rPr lang="en-US"/>
            <a:t>Model Training (Linear Regression, Random Forest)</a:t>
          </a:r>
        </a:p>
      </dgm:t>
    </dgm:pt>
    <dgm:pt modelId="{6F935A60-2C2D-4BE4-8AA8-6E3A24DBC955}" type="parTrans" cxnId="{367AAC98-06F3-4CA8-8E9E-ED0852FA625C}">
      <dgm:prSet/>
      <dgm:spPr/>
      <dgm:t>
        <a:bodyPr/>
        <a:lstStyle/>
        <a:p>
          <a:endParaRPr lang="en-US"/>
        </a:p>
      </dgm:t>
    </dgm:pt>
    <dgm:pt modelId="{06F3B5A4-EAD5-4173-8E50-4B473A693B8F}" type="sibTrans" cxnId="{367AAC98-06F3-4CA8-8E9E-ED0852FA625C}">
      <dgm:prSet/>
      <dgm:spPr/>
      <dgm:t>
        <a:bodyPr/>
        <a:lstStyle/>
        <a:p>
          <a:endParaRPr lang="en-US"/>
        </a:p>
      </dgm:t>
    </dgm:pt>
    <dgm:pt modelId="{1A1BFB9A-51C5-4CC7-A50A-DD3B01AC18D1}">
      <dgm:prSet/>
      <dgm:spPr/>
      <dgm:t>
        <a:bodyPr/>
        <a:lstStyle/>
        <a:p>
          <a:r>
            <a:rPr lang="en-US" dirty="0"/>
            <a:t>SQL Integration &amp; Excel Dashboard</a:t>
          </a:r>
        </a:p>
      </dgm:t>
    </dgm:pt>
    <dgm:pt modelId="{A294C3E4-BF81-410C-B582-D798E19AF871}" type="parTrans" cxnId="{5457B8D0-9184-4DC2-B4FA-3705FDEE04AA}">
      <dgm:prSet/>
      <dgm:spPr/>
      <dgm:t>
        <a:bodyPr/>
        <a:lstStyle/>
        <a:p>
          <a:endParaRPr lang="en-US"/>
        </a:p>
      </dgm:t>
    </dgm:pt>
    <dgm:pt modelId="{32259362-3FE2-4462-9672-196BE0E16E30}" type="sibTrans" cxnId="{5457B8D0-9184-4DC2-B4FA-3705FDEE04AA}">
      <dgm:prSet/>
      <dgm:spPr/>
      <dgm:t>
        <a:bodyPr/>
        <a:lstStyle/>
        <a:p>
          <a:endParaRPr lang="en-US"/>
        </a:p>
      </dgm:t>
    </dgm:pt>
    <dgm:pt modelId="{2B9B7598-4E56-4EEB-ADC5-115883BBEFBA}" type="pres">
      <dgm:prSet presAssocID="{D4421E58-42FC-45F5-A82E-17D7EFA463D3}" presName="root" presStyleCnt="0">
        <dgm:presLayoutVars>
          <dgm:dir/>
          <dgm:resizeHandles val="exact"/>
        </dgm:presLayoutVars>
      </dgm:prSet>
      <dgm:spPr/>
    </dgm:pt>
    <dgm:pt modelId="{9B81D5B4-E5A3-4225-A3A7-EF0DC249E9C6}" type="pres">
      <dgm:prSet presAssocID="{D4421E58-42FC-45F5-A82E-17D7EFA463D3}" presName="container" presStyleCnt="0">
        <dgm:presLayoutVars>
          <dgm:dir/>
          <dgm:resizeHandles val="exact"/>
        </dgm:presLayoutVars>
      </dgm:prSet>
      <dgm:spPr/>
    </dgm:pt>
    <dgm:pt modelId="{8C5A7322-4800-483F-B85F-7456299BC9EE}" type="pres">
      <dgm:prSet presAssocID="{1EE1536B-156E-444C-9ACF-C29E63EBEA8C}" presName="compNode" presStyleCnt="0"/>
      <dgm:spPr/>
    </dgm:pt>
    <dgm:pt modelId="{21DFDA67-306C-45B6-B6EF-E34D38D2A44F}" type="pres">
      <dgm:prSet presAssocID="{1EE1536B-156E-444C-9ACF-C29E63EBEA8C}" presName="iconBgRect" presStyleLbl="bgShp" presStyleIdx="0" presStyleCnt="5"/>
      <dgm:spPr/>
    </dgm:pt>
    <dgm:pt modelId="{5977BEE9-B097-4BCE-B4F1-094355954A76}" type="pres">
      <dgm:prSet presAssocID="{1EE1536B-156E-444C-9ACF-C29E63EBEA8C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p and bucket"/>
        </a:ext>
      </dgm:extLst>
    </dgm:pt>
    <dgm:pt modelId="{1666FC6A-51E0-4DD8-8712-F14EA37B4ED0}" type="pres">
      <dgm:prSet presAssocID="{1EE1536B-156E-444C-9ACF-C29E63EBEA8C}" presName="spaceRect" presStyleCnt="0"/>
      <dgm:spPr/>
    </dgm:pt>
    <dgm:pt modelId="{3A0A5F64-E029-4D3D-96E5-571C49C6BCFE}" type="pres">
      <dgm:prSet presAssocID="{1EE1536B-156E-444C-9ACF-C29E63EBEA8C}" presName="textRect" presStyleLbl="revTx" presStyleIdx="0" presStyleCnt="5">
        <dgm:presLayoutVars>
          <dgm:chMax val="1"/>
          <dgm:chPref val="1"/>
        </dgm:presLayoutVars>
      </dgm:prSet>
      <dgm:spPr/>
    </dgm:pt>
    <dgm:pt modelId="{CF1CA3D3-FCAE-44DE-A70A-BADC171E080B}" type="pres">
      <dgm:prSet presAssocID="{C4B67157-BD8D-4EEC-B05E-48BEB083055B}" presName="sibTrans" presStyleLbl="sibTrans2D1" presStyleIdx="0" presStyleCnt="0"/>
      <dgm:spPr/>
    </dgm:pt>
    <dgm:pt modelId="{10AF4CBE-F357-4E88-BF41-F83E901BC85B}" type="pres">
      <dgm:prSet presAssocID="{8D2D3464-B48E-4019-B7A0-140DA1413CC2}" presName="compNode" presStyleCnt="0"/>
      <dgm:spPr/>
    </dgm:pt>
    <dgm:pt modelId="{E46F5B59-EE15-4F01-A084-FF5602A6D092}" type="pres">
      <dgm:prSet presAssocID="{8D2D3464-B48E-4019-B7A0-140DA1413CC2}" presName="iconBgRect" presStyleLbl="bgShp" presStyleIdx="1" presStyleCnt="5"/>
      <dgm:spPr/>
    </dgm:pt>
    <dgm:pt modelId="{CA977BA4-0FC1-4C79-8A55-C4D49C974244}" type="pres">
      <dgm:prSet presAssocID="{8D2D3464-B48E-4019-B7A0-140DA1413CC2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DECF2B56-389B-4BE0-B34C-ED0A9939A376}" type="pres">
      <dgm:prSet presAssocID="{8D2D3464-B48E-4019-B7A0-140DA1413CC2}" presName="spaceRect" presStyleCnt="0"/>
      <dgm:spPr/>
    </dgm:pt>
    <dgm:pt modelId="{4DE6674F-CE9A-4574-86C7-68D02B694DE8}" type="pres">
      <dgm:prSet presAssocID="{8D2D3464-B48E-4019-B7A0-140DA1413CC2}" presName="textRect" presStyleLbl="revTx" presStyleIdx="1" presStyleCnt="5">
        <dgm:presLayoutVars>
          <dgm:chMax val="1"/>
          <dgm:chPref val="1"/>
        </dgm:presLayoutVars>
      </dgm:prSet>
      <dgm:spPr/>
    </dgm:pt>
    <dgm:pt modelId="{FA2D69B1-1ED3-4319-97FD-D54A011C8871}" type="pres">
      <dgm:prSet presAssocID="{02262E1E-1825-4CBC-A26C-BF4BB7A46B2C}" presName="sibTrans" presStyleLbl="sibTrans2D1" presStyleIdx="0" presStyleCnt="0"/>
      <dgm:spPr/>
    </dgm:pt>
    <dgm:pt modelId="{2A6D02C1-E272-4C8F-A369-C527D6B2CEC3}" type="pres">
      <dgm:prSet presAssocID="{9B945A74-63B3-4BE5-9854-9F938B641609}" presName="compNode" presStyleCnt="0"/>
      <dgm:spPr/>
    </dgm:pt>
    <dgm:pt modelId="{62CD1AB2-F95E-4E0B-9158-BCA442056B6F}" type="pres">
      <dgm:prSet presAssocID="{9B945A74-63B3-4BE5-9854-9F938B641609}" presName="iconBgRect" presStyleLbl="bgShp" presStyleIdx="2" presStyleCnt="5" custLinFactNeighborX="-836" custLinFactNeighborY="-10036"/>
      <dgm:spPr/>
    </dgm:pt>
    <dgm:pt modelId="{8536DDD8-0DC9-4A51-9B18-C686673181B6}" type="pres">
      <dgm:prSet presAssocID="{9B945A74-63B3-4BE5-9854-9F938B641609}" presName="iconRect" presStyleLbl="node1" presStyleIdx="2" presStyleCnt="5" custLinFactNeighborX="-1442" custLinFactNeighborY="-25270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licopter"/>
        </a:ext>
      </dgm:extLst>
    </dgm:pt>
    <dgm:pt modelId="{E8FCEFE8-51DC-4D23-A482-221C4BFFCD0E}" type="pres">
      <dgm:prSet presAssocID="{9B945A74-63B3-4BE5-9854-9F938B641609}" presName="spaceRect" presStyleCnt="0"/>
      <dgm:spPr/>
    </dgm:pt>
    <dgm:pt modelId="{BABC1329-302C-4BBF-9F19-E7C7BB7D1A2B}" type="pres">
      <dgm:prSet presAssocID="{9B945A74-63B3-4BE5-9854-9F938B641609}" presName="textRect" presStyleLbl="revTx" presStyleIdx="2" presStyleCnt="5" custLinFactNeighborX="-1419" custLinFactNeighborY="-10872">
        <dgm:presLayoutVars>
          <dgm:chMax val="1"/>
          <dgm:chPref val="1"/>
        </dgm:presLayoutVars>
      </dgm:prSet>
      <dgm:spPr/>
    </dgm:pt>
    <dgm:pt modelId="{E52F1F50-F5F7-466E-98CE-C59332D5BC35}" type="pres">
      <dgm:prSet presAssocID="{7A5FD908-5C73-429B-B1DE-BED3A4CA8F73}" presName="sibTrans" presStyleLbl="sibTrans2D1" presStyleIdx="0" presStyleCnt="0"/>
      <dgm:spPr/>
    </dgm:pt>
    <dgm:pt modelId="{9ED1D108-35F6-4A35-ABF9-4449169BBB51}" type="pres">
      <dgm:prSet presAssocID="{113ACA3B-C941-43F3-A05E-7C92A51801FF}" presName="compNode" presStyleCnt="0"/>
      <dgm:spPr/>
    </dgm:pt>
    <dgm:pt modelId="{FD0EA9E1-CE93-48C0-B0AE-77EC090E8693}" type="pres">
      <dgm:prSet presAssocID="{113ACA3B-C941-43F3-A05E-7C92A51801FF}" presName="iconBgRect" presStyleLbl="bgShp" presStyleIdx="3" presStyleCnt="5"/>
      <dgm:spPr/>
    </dgm:pt>
    <dgm:pt modelId="{A7D29B07-30AC-4465-89D4-EA44839B4EC3}" type="pres">
      <dgm:prSet presAssocID="{113ACA3B-C941-43F3-A05E-7C92A51801FF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rest scene"/>
        </a:ext>
      </dgm:extLst>
    </dgm:pt>
    <dgm:pt modelId="{473C5A20-E5C7-4F60-B45A-861A9C3CE5BE}" type="pres">
      <dgm:prSet presAssocID="{113ACA3B-C941-43F3-A05E-7C92A51801FF}" presName="spaceRect" presStyleCnt="0"/>
      <dgm:spPr/>
    </dgm:pt>
    <dgm:pt modelId="{FE517AD4-5151-4FB5-9525-8D8B52A0BF12}" type="pres">
      <dgm:prSet presAssocID="{113ACA3B-C941-43F3-A05E-7C92A51801FF}" presName="textRect" presStyleLbl="revTx" presStyleIdx="3" presStyleCnt="5">
        <dgm:presLayoutVars>
          <dgm:chMax val="1"/>
          <dgm:chPref val="1"/>
        </dgm:presLayoutVars>
      </dgm:prSet>
      <dgm:spPr/>
    </dgm:pt>
    <dgm:pt modelId="{C5EECFC2-5EF8-4D5B-83D3-65FC5C1C8CB5}" type="pres">
      <dgm:prSet presAssocID="{06F3B5A4-EAD5-4173-8E50-4B473A693B8F}" presName="sibTrans" presStyleLbl="sibTrans2D1" presStyleIdx="0" presStyleCnt="0"/>
      <dgm:spPr/>
    </dgm:pt>
    <dgm:pt modelId="{4B7268B5-B484-4E2D-8BF8-027945AA3526}" type="pres">
      <dgm:prSet presAssocID="{1A1BFB9A-51C5-4CC7-A50A-DD3B01AC18D1}" presName="compNode" presStyleCnt="0"/>
      <dgm:spPr/>
    </dgm:pt>
    <dgm:pt modelId="{FC6DDD9C-8D35-4BD7-9B7F-C4A7105B9489}" type="pres">
      <dgm:prSet presAssocID="{1A1BFB9A-51C5-4CC7-A50A-DD3B01AC18D1}" presName="iconBgRect" presStyleLbl="bgShp" presStyleIdx="4" presStyleCnt="5" custLinFactNeighborX="-3345" custLinFactNeighborY="-46834"/>
      <dgm:spPr/>
    </dgm:pt>
    <dgm:pt modelId="{AB4B5AAA-169E-4AC4-83B8-370219DAADB2}" type="pres">
      <dgm:prSet presAssocID="{1A1BFB9A-51C5-4CC7-A50A-DD3B01AC18D1}" presName="iconRect" presStyleLbl="node1" presStyleIdx="4" presStyleCnt="5" custLinFactNeighborX="-10094" custLinFactNeighborY="-80749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D7178473-8226-4339-B4A3-53AC711A82A1}" type="pres">
      <dgm:prSet presAssocID="{1A1BFB9A-51C5-4CC7-A50A-DD3B01AC18D1}" presName="spaceRect" presStyleCnt="0"/>
      <dgm:spPr/>
    </dgm:pt>
    <dgm:pt modelId="{EBD7905F-8E4F-442E-9955-38715F9DCCA4}" type="pres">
      <dgm:prSet presAssocID="{1A1BFB9A-51C5-4CC7-A50A-DD3B01AC18D1}" presName="textRect" presStyleLbl="revTx" presStyleIdx="4" presStyleCnt="5" custLinFactNeighborX="-1774" custLinFactNeighborY="-42653">
        <dgm:presLayoutVars>
          <dgm:chMax val="1"/>
          <dgm:chPref val="1"/>
        </dgm:presLayoutVars>
      </dgm:prSet>
      <dgm:spPr/>
    </dgm:pt>
  </dgm:ptLst>
  <dgm:cxnLst>
    <dgm:cxn modelId="{7BB37A01-A54F-49D0-9E43-8E939C109DB7}" srcId="{D4421E58-42FC-45F5-A82E-17D7EFA463D3}" destId="{1EE1536B-156E-444C-9ACF-C29E63EBEA8C}" srcOrd="0" destOrd="0" parTransId="{007F35CC-0916-4889-B74D-6305494633A9}" sibTransId="{C4B67157-BD8D-4EEC-B05E-48BEB083055B}"/>
    <dgm:cxn modelId="{E934E002-D69A-4B2F-BC5F-9C69C9D86E56}" type="presOf" srcId="{1EE1536B-156E-444C-9ACF-C29E63EBEA8C}" destId="{3A0A5F64-E029-4D3D-96E5-571C49C6BCFE}" srcOrd="0" destOrd="0" presId="urn:microsoft.com/office/officeart/2018/2/layout/IconCircleList"/>
    <dgm:cxn modelId="{0A34350A-476A-4186-9120-7E92EC64331F}" type="presOf" srcId="{02262E1E-1825-4CBC-A26C-BF4BB7A46B2C}" destId="{FA2D69B1-1ED3-4319-97FD-D54A011C8871}" srcOrd="0" destOrd="0" presId="urn:microsoft.com/office/officeart/2018/2/layout/IconCircleList"/>
    <dgm:cxn modelId="{891B7F0E-1D9E-4EC5-AB46-B6BEFED386FE}" type="presOf" srcId="{7A5FD908-5C73-429B-B1DE-BED3A4CA8F73}" destId="{E52F1F50-F5F7-466E-98CE-C59332D5BC35}" srcOrd="0" destOrd="0" presId="urn:microsoft.com/office/officeart/2018/2/layout/IconCircleList"/>
    <dgm:cxn modelId="{A7807613-6C2A-44BE-ABC8-0C336330ECE1}" srcId="{D4421E58-42FC-45F5-A82E-17D7EFA463D3}" destId="{9B945A74-63B3-4BE5-9854-9F938B641609}" srcOrd="2" destOrd="0" parTransId="{90AA044A-ABF7-470A-A049-773F654FBF40}" sibTransId="{7A5FD908-5C73-429B-B1DE-BED3A4CA8F73}"/>
    <dgm:cxn modelId="{5FCD6124-276F-4F43-A2CB-729A0FACABBE}" type="presOf" srcId="{06F3B5A4-EAD5-4173-8E50-4B473A693B8F}" destId="{C5EECFC2-5EF8-4D5B-83D3-65FC5C1C8CB5}" srcOrd="0" destOrd="0" presId="urn:microsoft.com/office/officeart/2018/2/layout/IconCircleList"/>
    <dgm:cxn modelId="{5F5A203B-F969-447F-9775-BF65A335355C}" type="presOf" srcId="{1A1BFB9A-51C5-4CC7-A50A-DD3B01AC18D1}" destId="{EBD7905F-8E4F-442E-9955-38715F9DCCA4}" srcOrd="0" destOrd="0" presId="urn:microsoft.com/office/officeart/2018/2/layout/IconCircleList"/>
    <dgm:cxn modelId="{B9CD2D69-5333-47C2-8A38-F6F017CD5B54}" type="presOf" srcId="{D4421E58-42FC-45F5-A82E-17D7EFA463D3}" destId="{2B9B7598-4E56-4EEB-ADC5-115883BBEFBA}" srcOrd="0" destOrd="0" presId="urn:microsoft.com/office/officeart/2018/2/layout/IconCircleList"/>
    <dgm:cxn modelId="{BC251B59-6390-495F-B387-0A87090D17DE}" type="presOf" srcId="{9B945A74-63B3-4BE5-9854-9F938B641609}" destId="{BABC1329-302C-4BBF-9F19-E7C7BB7D1A2B}" srcOrd="0" destOrd="0" presId="urn:microsoft.com/office/officeart/2018/2/layout/IconCircleList"/>
    <dgm:cxn modelId="{0691E687-1969-429D-A814-5071647F3E84}" type="presOf" srcId="{C4B67157-BD8D-4EEC-B05E-48BEB083055B}" destId="{CF1CA3D3-FCAE-44DE-A70A-BADC171E080B}" srcOrd="0" destOrd="0" presId="urn:microsoft.com/office/officeart/2018/2/layout/IconCircleList"/>
    <dgm:cxn modelId="{367AAC98-06F3-4CA8-8E9E-ED0852FA625C}" srcId="{D4421E58-42FC-45F5-A82E-17D7EFA463D3}" destId="{113ACA3B-C941-43F3-A05E-7C92A51801FF}" srcOrd="3" destOrd="0" parTransId="{6F935A60-2C2D-4BE4-8AA8-6E3A24DBC955}" sibTransId="{06F3B5A4-EAD5-4173-8E50-4B473A693B8F}"/>
    <dgm:cxn modelId="{D3C2169D-397A-4F59-9A04-B20913B949A7}" type="presOf" srcId="{8D2D3464-B48E-4019-B7A0-140DA1413CC2}" destId="{4DE6674F-CE9A-4574-86C7-68D02B694DE8}" srcOrd="0" destOrd="0" presId="urn:microsoft.com/office/officeart/2018/2/layout/IconCircleList"/>
    <dgm:cxn modelId="{37F1C2A6-6F70-4CE9-8251-71DB5C088252}" srcId="{D4421E58-42FC-45F5-A82E-17D7EFA463D3}" destId="{8D2D3464-B48E-4019-B7A0-140DA1413CC2}" srcOrd="1" destOrd="0" parTransId="{001A0FE4-E10D-498C-808B-B9C2F97AC635}" sibTransId="{02262E1E-1825-4CBC-A26C-BF4BB7A46B2C}"/>
    <dgm:cxn modelId="{5457B8D0-9184-4DC2-B4FA-3705FDEE04AA}" srcId="{D4421E58-42FC-45F5-A82E-17D7EFA463D3}" destId="{1A1BFB9A-51C5-4CC7-A50A-DD3B01AC18D1}" srcOrd="4" destOrd="0" parTransId="{A294C3E4-BF81-410C-B582-D798E19AF871}" sibTransId="{32259362-3FE2-4462-9672-196BE0E16E30}"/>
    <dgm:cxn modelId="{B54BA5D2-B212-4E02-96F6-E14BBC3822AE}" type="presOf" srcId="{113ACA3B-C941-43F3-A05E-7C92A51801FF}" destId="{FE517AD4-5151-4FB5-9525-8D8B52A0BF12}" srcOrd="0" destOrd="0" presId="urn:microsoft.com/office/officeart/2018/2/layout/IconCircleList"/>
    <dgm:cxn modelId="{B972D051-0257-4A38-9AA7-E8B0C71AB7D9}" type="presParOf" srcId="{2B9B7598-4E56-4EEB-ADC5-115883BBEFBA}" destId="{9B81D5B4-E5A3-4225-A3A7-EF0DC249E9C6}" srcOrd="0" destOrd="0" presId="urn:microsoft.com/office/officeart/2018/2/layout/IconCircleList"/>
    <dgm:cxn modelId="{2254B3E2-DD24-4C50-97FF-64184D26DBE3}" type="presParOf" srcId="{9B81D5B4-E5A3-4225-A3A7-EF0DC249E9C6}" destId="{8C5A7322-4800-483F-B85F-7456299BC9EE}" srcOrd="0" destOrd="0" presId="urn:microsoft.com/office/officeart/2018/2/layout/IconCircleList"/>
    <dgm:cxn modelId="{46E25016-82F4-450F-B9A3-370CCC7075AB}" type="presParOf" srcId="{8C5A7322-4800-483F-B85F-7456299BC9EE}" destId="{21DFDA67-306C-45B6-B6EF-E34D38D2A44F}" srcOrd="0" destOrd="0" presId="urn:microsoft.com/office/officeart/2018/2/layout/IconCircleList"/>
    <dgm:cxn modelId="{F68EF388-E325-4F53-8A54-3CC86A187B5A}" type="presParOf" srcId="{8C5A7322-4800-483F-B85F-7456299BC9EE}" destId="{5977BEE9-B097-4BCE-B4F1-094355954A76}" srcOrd="1" destOrd="0" presId="urn:microsoft.com/office/officeart/2018/2/layout/IconCircleList"/>
    <dgm:cxn modelId="{702BF2D7-04E8-48B1-B822-D5FD50377F8C}" type="presParOf" srcId="{8C5A7322-4800-483F-B85F-7456299BC9EE}" destId="{1666FC6A-51E0-4DD8-8712-F14EA37B4ED0}" srcOrd="2" destOrd="0" presId="urn:microsoft.com/office/officeart/2018/2/layout/IconCircleList"/>
    <dgm:cxn modelId="{6BEAA8D6-85E8-436D-AED7-D0BDD88648E6}" type="presParOf" srcId="{8C5A7322-4800-483F-B85F-7456299BC9EE}" destId="{3A0A5F64-E029-4D3D-96E5-571C49C6BCFE}" srcOrd="3" destOrd="0" presId="urn:microsoft.com/office/officeart/2018/2/layout/IconCircleList"/>
    <dgm:cxn modelId="{A758FA21-4785-4E6D-8B0C-F2377101A350}" type="presParOf" srcId="{9B81D5B4-E5A3-4225-A3A7-EF0DC249E9C6}" destId="{CF1CA3D3-FCAE-44DE-A70A-BADC171E080B}" srcOrd="1" destOrd="0" presId="urn:microsoft.com/office/officeart/2018/2/layout/IconCircleList"/>
    <dgm:cxn modelId="{93F13797-A348-4531-8A8E-580FA5371C07}" type="presParOf" srcId="{9B81D5B4-E5A3-4225-A3A7-EF0DC249E9C6}" destId="{10AF4CBE-F357-4E88-BF41-F83E901BC85B}" srcOrd="2" destOrd="0" presId="urn:microsoft.com/office/officeart/2018/2/layout/IconCircleList"/>
    <dgm:cxn modelId="{4FE9DB6B-2405-49A3-8D34-DB3AB81A6E18}" type="presParOf" srcId="{10AF4CBE-F357-4E88-BF41-F83E901BC85B}" destId="{E46F5B59-EE15-4F01-A084-FF5602A6D092}" srcOrd="0" destOrd="0" presId="urn:microsoft.com/office/officeart/2018/2/layout/IconCircleList"/>
    <dgm:cxn modelId="{EA470F07-6C11-46AC-A695-4B977CA73E68}" type="presParOf" srcId="{10AF4CBE-F357-4E88-BF41-F83E901BC85B}" destId="{CA977BA4-0FC1-4C79-8A55-C4D49C974244}" srcOrd="1" destOrd="0" presId="urn:microsoft.com/office/officeart/2018/2/layout/IconCircleList"/>
    <dgm:cxn modelId="{2F250E59-4EB3-40DC-A0FF-EBE223881F5C}" type="presParOf" srcId="{10AF4CBE-F357-4E88-BF41-F83E901BC85B}" destId="{DECF2B56-389B-4BE0-B34C-ED0A9939A376}" srcOrd="2" destOrd="0" presId="urn:microsoft.com/office/officeart/2018/2/layout/IconCircleList"/>
    <dgm:cxn modelId="{F1107F33-A49B-40E2-BC35-A1F813B8E1A4}" type="presParOf" srcId="{10AF4CBE-F357-4E88-BF41-F83E901BC85B}" destId="{4DE6674F-CE9A-4574-86C7-68D02B694DE8}" srcOrd="3" destOrd="0" presId="urn:microsoft.com/office/officeart/2018/2/layout/IconCircleList"/>
    <dgm:cxn modelId="{7E285EE7-2AFB-4D47-9ABA-9EEDB419823A}" type="presParOf" srcId="{9B81D5B4-E5A3-4225-A3A7-EF0DC249E9C6}" destId="{FA2D69B1-1ED3-4319-97FD-D54A011C8871}" srcOrd="3" destOrd="0" presId="urn:microsoft.com/office/officeart/2018/2/layout/IconCircleList"/>
    <dgm:cxn modelId="{0C0B4867-8538-4B9A-89E5-78A2A41B24E3}" type="presParOf" srcId="{9B81D5B4-E5A3-4225-A3A7-EF0DC249E9C6}" destId="{2A6D02C1-E272-4C8F-A369-C527D6B2CEC3}" srcOrd="4" destOrd="0" presId="urn:microsoft.com/office/officeart/2018/2/layout/IconCircleList"/>
    <dgm:cxn modelId="{0A3430B3-CE7B-4AE3-A695-A0D8D43D1233}" type="presParOf" srcId="{2A6D02C1-E272-4C8F-A369-C527D6B2CEC3}" destId="{62CD1AB2-F95E-4E0B-9158-BCA442056B6F}" srcOrd="0" destOrd="0" presId="urn:microsoft.com/office/officeart/2018/2/layout/IconCircleList"/>
    <dgm:cxn modelId="{3D8BB74A-4FD0-44DE-9258-74FEC1EBFF57}" type="presParOf" srcId="{2A6D02C1-E272-4C8F-A369-C527D6B2CEC3}" destId="{8536DDD8-0DC9-4A51-9B18-C686673181B6}" srcOrd="1" destOrd="0" presId="urn:microsoft.com/office/officeart/2018/2/layout/IconCircleList"/>
    <dgm:cxn modelId="{3C5F18DA-997F-4545-B611-F84A38DD597A}" type="presParOf" srcId="{2A6D02C1-E272-4C8F-A369-C527D6B2CEC3}" destId="{E8FCEFE8-51DC-4D23-A482-221C4BFFCD0E}" srcOrd="2" destOrd="0" presId="urn:microsoft.com/office/officeart/2018/2/layout/IconCircleList"/>
    <dgm:cxn modelId="{EBFAEE48-E1CB-4A25-B0C7-6D6D723EB2B1}" type="presParOf" srcId="{2A6D02C1-E272-4C8F-A369-C527D6B2CEC3}" destId="{BABC1329-302C-4BBF-9F19-E7C7BB7D1A2B}" srcOrd="3" destOrd="0" presId="urn:microsoft.com/office/officeart/2018/2/layout/IconCircleList"/>
    <dgm:cxn modelId="{22341DFE-2717-4CC1-B471-6D6EF6541BD2}" type="presParOf" srcId="{9B81D5B4-E5A3-4225-A3A7-EF0DC249E9C6}" destId="{E52F1F50-F5F7-466E-98CE-C59332D5BC35}" srcOrd="5" destOrd="0" presId="urn:microsoft.com/office/officeart/2018/2/layout/IconCircleList"/>
    <dgm:cxn modelId="{23E69157-5EC7-4E97-8B27-12E5BD5EE8F7}" type="presParOf" srcId="{9B81D5B4-E5A3-4225-A3A7-EF0DC249E9C6}" destId="{9ED1D108-35F6-4A35-ABF9-4449169BBB51}" srcOrd="6" destOrd="0" presId="urn:microsoft.com/office/officeart/2018/2/layout/IconCircleList"/>
    <dgm:cxn modelId="{020CCCB4-74D7-494A-BF4A-EC5BCB6FD303}" type="presParOf" srcId="{9ED1D108-35F6-4A35-ABF9-4449169BBB51}" destId="{FD0EA9E1-CE93-48C0-B0AE-77EC090E8693}" srcOrd="0" destOrd="0" presId="urn:microsoft.com/office/officeart/2018/2/layout/IconCircleList"/>
    <dgm:cxn modelId="{CCAFDE39-39B7-4B6E-9BB4-4C7894420830}" type="presParOf" srcId="{9ED1D108-35F6-4A35-ABF9-4449169BBB51}" destId="{A7D29B07-30AC-4465-89D4-EA44839B4EC3}" srcOrd="1" destOrd="0" presId="urn:microsoft.com/office/officeart/2018/2/layout/IconCircleList"/>
    <dgm:cxn modelId="{C86C2D5D-8171-4E88-A698-599427D8612D}" type="presParOf" srcId="{9ED1D108-35F6-4A35-ABF9-4449169BBB51}" destId="{473C5A20-E5C7-4F60-B45A-861A9C3CE5BE}" srcOrd="2" destOrd="0" presId="urn:microsoft.com/office/officeart/2018/2/layout/IconCircleList"/>
    <dgm:cxn modelId="{24F564D9-25C8-4733-802E-A38A3A65376C}" type="presParOf" srcId="{9ED1D108-35F6-4A35-ABF9-4449169BBB51}" destId="{FE517AD4-5151-4FB5-9525-8D8B52A0BF12}" srcOrd="3" destOrd="0" presId="urn:microsoft.com/office/officeart/2018/2/layout/IconCircleList"/>
    <dgm:cxn modelId="{C078BDC7-A147-42A3-AA60-BD99ED23A21F}" type="presParOf" srcId="{9B81D5B4-E5A3-4225-A3A7-EF0DC249E9C6}" destId="{C5EECFC2-5EF8-4D5B-83D3-65FC5C1C8CB5}" srcOrd="7" destOrd="0" presId="urn:microsoft.com/office/officeart/2018/2/layout/IconCircleList"/>
    <dgm:cxn modelId="{D864DE3D-FA22-4A08-9237-1A3233C3176D}" type="presParOf" srcId="{9B81D5B4-E5A3-4225-A3A7-EF0DC249E9C6}" destId="{4B7268B5-B484-4E2D-8BF8-027945AA3526}" srcOrd="8" destOrd="0" presId="urn:microsoft.com/office/officeart/2018/2/layout/IconCircleList"/>
    <dgm:cxn modelId="{8105A7BD-5A0B-4156-BAB9-5E78180E0638}" type="presParOf" srcId="{4B7268B5-B484-4E2D-8BF8-027945AA3526}" destId="{FC6DDD9C-8D35-4BD7-9B7F-C4A7105B9489}" srcOrd="0" destOrd="0" presId="urn:microsoft.com/office/officeart/2018/2/layout/IconCircleList"/>
    <dgm:cxn modelId="{A9756C27-BEE8-4A91-B6CC-697104ACB50B}" type="presParOf" srcId="{4B7268B5-B484-4E2D-8BF8-027945AA3526}" destId="{AB4B5AAA-169E-4AC4-83B8-370219DAADB2}" srcOrd="1" destOrd="0" presId="urn:microsoft.com/office/officeart/2018/2/layout/IconCircleList"/>
    <dgm:cxn modelId="{D8329045-C588-46E9-8895-D60E943A39F5}" type="presParOf" srcId="{4B7268B5-B484-4E2D-8BF8-027945AA3526}" destId="{D7178473-8226-4339-B4A3-53AC711A82A1}" srcOrd="2" destOrd="0" presId="urn:microsoft.com/office/officeart/2018/2/layout/IconCircleList"/>
    <dgm:cxn modelId="{22222DFD-0B63-4BF6-9041-9CEDA8B6ED3D}" type="presParOf" srcId="{4B7268B5-B484-4E2D-8BF8-027945AA3526}" destId="{EBD7905F-8E4F-442E-9955-38715F9DCCA4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396922D-40BC-45FD-A841-45E20FD34C42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8DB22831-F5D4-4607-8FFD-A05045984251}">
      <dgm:prSet/>
      <dgm:spPr/>
      <dgm:t>
        <a:bodyPr/>
        <a:lstStyle/>
        <a:p>
          <a:pPr>
            <a:defRPr b="1"/>
          </a:pPr>
          <a:r>
            <a:rPr lang="en-US"/>
            <a:t>Linear Regression:</a:t>
          </a:r>
        </a:p>
      </dgm:t>
    </dgm:pt>
    <dgm:pt modelId="{E41938FE-9017-448C-9CFE-67212F46B8A4}" type="parTrans" cxnId="{D70EFFD2-4C52-4E56-9222-A2FCB8DD8930}">
      <dgm:prSet/>
      <dgm:spPr/>
      <dgm:t>
        <a:bodyPr/>
        <a:lstStyle/>
        <a:p>
          <a:endParaRPr lang="en-US"/>
        </a:p>
      </dgm:t>
    </dgm:pt>
    <dgm:pt modelId="{3A0A4A77-6B17-4AA7-932F-A64C7BBBBEF4}" type="sibTrans" cxnId="{D70EFFD2-4C52-4E56-9222-A2FCB8DD8930}">
      <dgm:prSet/>
      <dgm:spPr/>
      <dgm:t>
        <a:bodyPr/>
        <a:lstStyle/>
        <a:p>
          <a:endParaRPr lang="en-US"/>
        </a:p>
      </dgm:t>
    </dgm:pt>
    <dgm:pt modelId="{B7E0CA81-4422-4D5E-A13D-A7281FDB0259}">
      <dgm:prSet/>
      <dgm:spPr/>
      <dgm:t>
        <a:bodyPr/>
        <a:lstStyle/>
        <a:p>
          <a:r>
            <a:rPr lang="en-US"/>
            <a:t>- R²: -0.4151, MSE: 194,750.99</a:t>
          </a:r>
        </a:p>
      </dgm:t>
    </dgm:pt>
    <dgm:pt modelId="{FB659E44-56E2-4939-9DB8-A118D7C8893D}" type="parTrans" cxnId="{B3F613C3-5DAB-4846-810B-8C984CE4D09D}">
      <dgm:prSet/>
      <dgm:spPr/>
      <dgm:t>
        <a:bodyPr/>
        <a:lstStyle/>
        <a:p>
          <a:endParaRPr lang="en-US"/>
        </a:p>
      </dgm:t>
    </dgm:pt>
    <dgm:pt modelId="{F71B7E2F-1038-4C70-AF32-3E9FAF511CEB}" type="sibTrans" cxnId="{B3F613C3-5DAB-4846-810B-8C984CE4D09D}">
      <dgm:prSet/>
      <dgm:spPr/>
      <dgm:t>
        <a:bodyPr/>
        <a:lstStyle/>
        <a:p>
          <a:endParaRPr lang="en-US"/>
        </a:p>
      </dgm:t>
    </dgm:pt>
    <dgm:pt modelId="{11D7FDD5-7400-4DB0-89DE-725F551F452B}">
      <dgm:prSet/>
      <dgm:spPr/>
      <dgm:t>
        <a:bodyPr/>
        <a:lstStyle/>
        <a:p>
          <a:pPr>
            <a:defRPr b="1"/>
          </a:pPr>
          <a:r>
            <a:rPr lang="en-US"/>
            <a:t>Random Forest Regressor:</a:t>
          </a:r>
        </a:p>
      </dgm:t>
    </dgm:pt>
    <dgm:pt modelId="{7C942B38-6699-4E5B-8ADE-E45CA9448133}" type="parTrans" cxnId="{D8D3DB0F-D6A8-4D11-9E9B-B9634CF2261C}">
      <dgm:prSet/>
      <dgm:spPr/>
      <dgm:t>
        <a:bodyPr/>
        <a:lstStyle/>
        <a:p>
          <a:endParaRPr lang="en-US"/>
        </a:p>
      </dgm:t>
    </dgm:pt>
    <dgm:pt modelId="{8AE81667-2F3A-45E7-81D4-6FC3864CB0B0}" type="sibTrans" cxnId="{D8D3DB0F-D6A8-4D11-9E9B-B9634CF2261C}">
      <dgm:prSet/>
      <dgm:spPr/>
      <dgm:t>
        <a:bodyPr/>
        <a:lstStyle/>
        <a:p>
          <a:endParaRPr lang="en-US"/>
        </a:p>
      </dgm:t>
    </dgm:pt>
    <dgm:pt modelId="{BE2C0C1C-375A-4944-B5D4-AB9815629AC4}">
      <dgm:prSet/>
      <dgm:spPr/>
      <dgm:t>
        <a:bodyPr/>
        <a:lstStyle/>
        <a:p>
          <a:r>
            <a:rPr lang="en-US"/>
            <a:t>- R²: 0.2526, MSE: 102,857.73</a:t>
          </a:r>
        </a:p>
      </dgm:t>
    </dgm:pt>
    <dgm:pt modelId="{BBD3ECAF-131B-47EA-BD21-8D92288CC29E}" type="parTrans" cxnId="{01789DC4-6EF5-46B8-B8FE-C53F58D8229D}">
      <dgm:prSet/>
      <dgm:spPr/>
      <dgm:t>
        <a:bodyPr/>
        <a:lstStyle/>
        <a:p>
          <a:endParaRPr lang="en-US"/>
        </a:p>
      </dgm:t>
    </dgm:pt>
    <dgm:pt modelId="{1B2868A4-BF25-4B8C-887B-8340FBBD1CC4}" type="sibTrans" cxnId="{01789DC4-6EF5-46B8-B8FE-C53F58D8229D}">
      <dgm:prSet/>
      <dgm:spPr/>
      <dgm:t>
        <a:bodyPr/>
        <a:lstStyle/>
        <a:p>
          <a:endParaRPr lang="en-US"/>
        </a:p>
      </dgm:t>
    </dgm:pt>
    <dgm:pt modelId="{2C80F942-65EB-47C2-94B2-AF93A7F818B1}" type="pres">
      <dgm:prSet presAssocID="{3396922D-40BC-45FD-A841-45E20FD34C42}" presName="root" presStyleCnt="0">
        <dgm:presLayoutVars>
          <dgm:dir/>
          <dgm:resizeHandles val="exact"/>
        </dgm:presLayoutVars>
      </dgm:prSet>
      <dgm:spPr/>
    </dgm:pt>
    <dgm:pt modelId="{311354C2-46D1-4F9C-A668-FB7008512DCD}" type="pres">
      <dgm:prSet presAssocID="{8DB22831-F5D4-4607-8FFD-A05045984251}" presName="compNode" presStyleCnt="0"/>
      <dgm:spPr/>
    </dgm:pt>
    <dgm:pt modelId="{11ACA9B5-1D50-4754-AA1D-B389AD081C86}" type="pres">
      <dgm:prSet presAssocID="{8DB22831-F5D4-4607-8FFD-A05045984251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enn Diagram"/>
        </a:ext>
      </dgm:extLst>
    </dgm:pt>
    <dgm:pt modelId="{6C25B18F-0558-46F0-9BAD-D619325EE26C}" type="pres">
      <dgm:prSet presAssocID="{8DB22831-F5D4-4607-8FFD-A05045984251}" presName="iconSpace" presStyleCnt="0"/>
      <dgm:spPr/>
    </dgm:pt>
    <dgm:pt modelId="{23584F29-0939-439C-A805-495ADD8EBB93}" type="pres">
      <dgm:prSet presAssocID="{8DB22831-F5D4-4607-8FFD-A05045984251}" presName="parTx" presStyleLbl="revTx" presStyleIdx="0" presStyleCnt="4">
        <dgm:presLayoutVars>
          <dgm:chMax val="0"/>
          <dgm:chPref val="0"/>
        </dgm:presLayoutVars>
      </dgm:prSet>
      <dgm:spPr/>
    </dgm:pt>
    <dgm:pt modelId="{551B1DAF-0A18-426D-85AC-45AD307FEA1B}" type="pres">
      <dgm:prSet presAssocID="{8DB22831-F5D4-4607-8FFD-A05045984251}" presName="txSpace" presStyleCnt="0"/>
      <dgm:spPr/>
    </dgm:pt>
    <dgm:pt modelId="{B7BB4857-25B9-471C-8973-69053F0552FD}" type="pres">
      <dgm:prSet presAssocID="{8DB22831-F5D4-4607-8FFD-A05045984251}" presName="desTx" presStyleLbl="revTx" presStyleIdx="1" presStyleCnt="4">
        <dgm:presLayoutVars/>
      </dgm:prSet>
      <dgm:spPr/>
    </dgm:pt>
    <dgm:pt modelId="{C1D14202-E950-459C-8543-294596781C77}" type="pres">
      <dgm:prSet presAssocID="{3A0A4A77-6B17-4AA7-932F-A64C7BBBBEF4}" presName="sibTrans" presStyleCnt="0"/>
      <dgm:spPr/>
    </dgm:pt>
    <dgm:pt modelId="{131CB32C-183B-4E20-B83C-F82F3773EB6B}" type="pres">
      <dgm:prSet presAssocID="{11D7FDD5-7400-4DB0-89DE-725F551F452B}" presName="compNode" presStyleCnt="0"/>
      <dgm:spPr/>
    </dgm:pt>
    <dgm:pt modelId="{75A02AF3-1BEE-4675-84A6-CD6C6B456210}" type="pres">
      <dgm:prSet presAssocID="{11D7FDD5-7400-4DB0-89DE-725F551F452B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rest scene"/>
        </a:ext>
      </dgm:extLst>
    </dgm:pt>
    <dgm:pt modelId="{E8F62D34-A2EF-44F9-AF9C-DC797E284E8B}" type="pres">
      <dgm:prSet presAssocID="{11D7FDD5-7400-4DB0-89DE-725F551F452B}" presName="iconSpace" presStyleCnt="0"/>
      <dgm:spPr/>
    </dgm:pt>
    <dgm:pt modelId="{41B90D20-1394-4D3E-B034-DF8434C4D3CC}" type="pres">
      <dgm:prSet presAssocID="{11D7FDD5-7400-4DB0-89DE-725F551F452B}" presName="parTx" presStyleLbl="revTx" presStyleIdx="2" presStyleCnt="4">
        <dgm:presLayoutVars>
          <dgm:chMax val="0"/>
          <dgm:chPref val="0"/>
        </dgm:presLayoutVars>
      </dgm:prSet>
      <dgm:spPr/>
    </dgm:pt>
    <dgm:pt modelId="{7F6789AD-1B6C-4E9B-AC69-8DB7979445E2}" type="pres">
      <dgm:prSet presAssocID="{11D7FDD5-7400-4DB0-89DE-725F551F452B}" presName="txSpace" presStyleCnt="0"/>
      <dgm:spPr/>
    </dgm:pt>
    <dgm:pt modelId="{EEF5640C-5759-4A7E-8E24-865D090BB635}" type="pres">
      <dgm:prSet presAssocID="{11D7FDD5-7400-4DB0-89DE-725F551F452B}" presName="desTx" presStyleLbl="revTx" presStyleIdx="3" presStyleCnt="4">
        <dgm:presLayoutVars/>
      </dgm:prSet>
      <dgm:spPr/>
    </dgm:pt>
  </dgm:ptLst>
  <dgm:cxnLst>
    <dgm:cxn modelId="{D8D3DB0F-D6A8-4D11-9E9B-B9634CF2261C}" srcId="{3396922D-40BC-45FD-A841-45E20FD34C42}" destId="{11D7FDD5-7400-4DB0-89DE-725F551F452B}" srcOrd="1" destOrd="0" parTransId="{7C942B38-6699-4E5B-8ADE-E45CA9448133}" sibTransId="{8AE81667-2F3A-45E7-81D4-6FC3864CB0B0}"/>
    <dgm:cxn modelId="{3CD0FC3F-5B68-4C85-8822-E72EF325F17B}" type="presOf" srcId="{8DB22831-F5D4-4607-8FFD-A05045984251}" destId="{23584F29-0939-439C-A805-495ADD8EBB93}" srcOrd="0" destOrd="0" presId="urn:microsoft.com/office/officeart/2018/5/layout/CenteredIconLabelDescriptionList"/>
    <dgm:cxn modelId="{77296293-07D6-4E42-874A-3D346D1DAD8A}" type="presOf" srcId="{BE2C0C1C-375A-4944-B5D4-AB9815629AC4}" destId="{EEF5640C-5759-4A7E-8E24-865D090BB635}" srcOrd="0" destOrd="0" presId="urn:microsoft.com/office/officeart/2018/5/layout/CenteredIconLabelDescriptionList"/>
    <dgm:cxn modelId="{4DB195B5-6275-41CE-9BED-A2D2EA4108F0}" type="presOf" srcId="{11D7FDD5-7400-4DB0-89DE-725F551F452B}" destId="{41B90D20-1394-4D3E-B034-DF8434C4D3CC}" srcOrd="0" destOrd="0" presId="urn:microsoft.com/office/officeart/2018/5/layout/CenteredIconLabelDescriptionList"/>
    <dgm:cxn modelId="{E90D78BA-7AEB-4FDF-A2CE-6444AE113E4A}" type="presOf" srcId="{B7E0CA81-4422-4D5E-A13D-A7281FDB0259}" destId="{B7BB4857-25B9-471C-8973-69053F0552FD}" srcOrd="0" destOrd="0" presId="urn:microsoft.com/office/officeart/2018/5/layout/CenteredIconLabelDescriptionList"/>
    <dgm:cxn modelId="{C0F925BD-8CDB-4FC4-AF36-EEE3E2D66BFA}" type="presOf" srcId="{3396922D-40BC-45FD-A841-45E20FD34C42}" destId="{2C80F942-65EB-47C2-94B2-AF93A7F818B1}" srcOrd="0" destOrd="0" presId="urn:microsoft.com/office/officeart/2018/5/layout/CenteredIconLabelDescriptionList"/>
    <dgm:cxn modelId="{B3F613C3-5DAB-4846-810B-8C984CE4D09D}" srcId="{8DB22831-F5D4-4607-8FFD-A05045984251}" destId="{B7E0CA81-4422-4D5E-A13D-A7281FDB0259}" srcOrd="0" destOrd="0" parTransId="{FB659E44-56E2-4939-9DB8-A118D7C8893D}" sibTransId="{F71B7E2F-1038-4C70-AF32-3E9FAF511CEB}"/>
    <dgm:cxn modelId="{01789DC4-6EF5-46B8-B8FE-C53F58D8229D}" srcId="{11D7FDD5-7400-4DB0-89DE-725F551F452B}" destId="{BE2C0C1C-375A-4944-B5D4-AB9815629AC4}" srcOrd="0" destOrd="0" parTransId="{BBD3ECAF-131B-47EA-BD21-8D92288CC29E}" sibTransId="{1B2868A4-BF25-4B8C-887B-8340FBBD1CC4}"/>
    <dgm:cxn modelId="{D70EFFD2-4C52-4E56-9222-A2FCB8DD8930}" srcId="{3396922D-40BC-45FD-A841-45E20FD34C42}" destId="{8DB22831-F5D4-4607-8FFD-A05045984251}" srcOrd="0" destOrd="0" parTransId="{E41938FE-9017-448C-9CFE-67212F46B8A4}" sibTransId="{3A0A4A77-6B17-4AA7-932F-A64C7BBBBEF4}"/>
    <dgm:cxn modelId="{DD5093E0-9612-4089-8EAB-4AB503771349}" type="presParOf" srcId="{2C80F942-65EB-47C2-94B2-AF93A7F818B1}" destId="{311354C2-46D1-4F9C-A668-FB7008512DCD}" srcOrd="0" destOrd="0" presId="urn:microsoft.com/office/officeart/2018/5/layout/CenteredIconLabelDescriptionList"/>
    <dgm:cxn modelId="{8C0A0F0E-5B76-4BFB-8B6F-63C0614A28FF}" type="presParOf" srcId="{311354C2-46D1-4F9C-A668-FB7008512DCD}" destId="{11ACA9B5-1D50-4754-AA1D-B389AD081C86}" srcOrd="0" destOrd="0" presId="urn:microsoft.com/office/officeart/2018/5/layout/CenteredIconLabelDescriptionList"/>
    <dgm:cxn modelId="{A03B1374-D075-4FC8-B7AF-314AC2E70843}" type="presParOf" srcId="{311354C2-46D1-4F9C-A668-FB7008512DCD}" destId="{6C25B18F-0558-46F0-9BAD-D619325EE26C}" srcOrd="1" destOrd="0" presId="urn:microsoft.com/office/officeart/2018/5/layout/CenteredIconLabelDescriptionList"/>
    <dgm:cxn modelId="{476FD8AA-201C-4AE1-B296-CBAE7C44E71B}" type="presParOf" srcId="{311354C2-46D1-4F9C-A668-FB7008512DCD}" destId="{23584F29-0939-439C-A805-495ADD8EBB93}" srcOrd="2" destOrd="0" presId="urn:microsoft.com/office/officeart/2018/5/layout/CenteredIconLabelDescriptionList"/>
    <dgm:cxn modelId="{9F0EF623-BFD4-4EF1-8C95-1E987B560372}" type="presParOf" srcId="{311354C2-46D1-4F9C-A668-FB7008512DCD}" destId="{551B1DAF-0A18-426D-85AC-45AD307FEA1B}" srcOrd="3" destOrd="0" presId="urn:microsoft.com/office/officeart/2018/5/layout/CenteredIconLabelDescriptionList"/>
    <dgm:cxn modelId="{F44F656B-08F1-411F-A9E5-39209BDF6525}" type="presParOf" srcId="{311354C2-46D1-4F9C-A668-FB7008512DCD}" destId="{B7BB4857-25B9-471C-8973-69053F0552FD}" srcOrd="4" destOrd="0" presId="urn:microsoft.com/office/officeart/2018/5/layout/CenteredIconLabelDescriptionList"/>
    <dgm:cxn modelId="{6EED2FD5-0F8B-40F9-8C77-B2992F2466D9}" type="presParOf" srcId="{2C80F942-65EB-47C2-94B2-AF93A7F818B1}" destId="{C1D14202-E950-459C-8543-294596781C77}" srcOrd="1" destOrd="0" presId="urn:microsoft.com/office/officeart/2018/5/layout/CenteredIconLabelDescriptionList"/>
    <dgm:cxn modelId="{4F0B85AC-21F7-4343-8851-57692291ACB7}" type="presParOf" srcId="{2C80F942-65EB-47C2-94B2-AF93A7F818B1}" destId="{131CB32C-183B-4E20-B83C-F82F3773EB6B}" srcOrd="2" destOrd="0" presId="urn:microsoft.com/office/officeart/2018/5/layout/CenteredIconLabelDescriptionList"/>
    <dgm:cxn modelId="{2371690C-6E35-4B68-B4A7-888E2F0763A8}" type="presParOf" srcId="{131CB32C-183B-4E20-B83C-F82F3773EB6B}" destId="{75A02AF3-1BEE-4675-84A6-CD6C6B456210}" srcOrd="0" destOrd="0" presId="urn:microsoft.com/office/officeart/2018/5/layout/CenteredIconLabelDescriptionList"/>
    <dgm:cxn modelId="{A150BD4F-F8DA-4969-B4E5-FA5D20DC4D28}" type="presParOf" srcId="{131CB32C-183B-4E20-B83C-F82F3773EB6B}" destId="{E8F62D34-A2EF-44F9-AF9C-DC797E284E8B}" srcOrd="1" destOrd="0" presId="urn:microsoft.com/office/officeart/2018/5/layout/CenteredIconLabelDescriptionList"/>
    <dgm:cxn modelId="{AD45ADA8-51E4-4739-A3A7-A33E82B7829C}" type="presParOf" srcId="{131CB32C-183B-4E20-B83C-F82F3773EB6B}" destId="{41B90D20-1394-4D3E-B034-DF8434C4D3CC}" srcOrd="2" destOrd="0" presId="urn:microsoft.com/office/officeart/2018/5/layout/CenteredIconLabelDescriptionList"/>
    <dgm:cxn modelId="{6709D9DD-14D7-4809-B9C3-C0263B11EA98}" type="presParOf" srcId="{131CB32C-183B-4E20-B83C-F82F3773EB6B}" destId="{7F6789AD-1B6C-4E9B-AC69-8DB7979445E2}" srcOrd="3" destOrd="0" presId="urn:microsoft.com/office/officeart/2018/5/layout/CenteredIconLabelDescriptionList"/>
    <dgm:cxn modelId="{2D8AA8DA-1682-49B3-801C-792ECB9FB911}" type="presParOf" srcId="{131CB32C-183B-4E20-B83C-F82F3773EB6B}" destId="{EEF5640C-5759-4A7E-8E24-865D090BB635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BFC4BB3-6D84-4240-A46B-68F54852D22E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E7CBCE42-0873-4574-BD81-49A044BD04B0}">
      <dgm:prSet/>
      <dgm:spPr/>
      <dgm:t>
        <a:bodyPr/>
        <a:lstStyle/>
        <a:p>
          <a:r>
            <a:rPr lang="en-US"/>
            <a:t>Random Forest outperformed Linear Regression.</a:t>
          </a:r>
        </a:p>
      </dgm:t>
    </dgm:pt>
    <dgm:pt modelId="{6FB34B77-02CE-427B-9A22-8E68E4E1956D}" type="parTrans" cxnId="{3307B209-0285-4D3B-B264-A1A906E2497B}">
      <dgm:prSet/>
      <dgm:spPr/>
      <dgm:t>
        <a:bodyPr/>
        <a:lstStyle/>
        <a:p>
          <a:endParaRPr lang="en-US"/>
        </a:p>
      </dgm:t>
    </dgm:pt>
    <dgm:pt modelId="{22BC83AF-49D7-4A4B-863C-26F99B72F69A}" type="sibTrans" cxnId="{3307B209-0285-4D3B-B264-A1A906E2497B}">
      <dgm:prSet/>
      <dgm:spPr/>
      <dgm:t>
        <a:bodyPr/>
        <a:lstStyle/>
        <a:p>
          <a:endParaRPr lang="en-US"/>
        </a:p>
      </dgm:t>
    </dgm:pt>
    <dgm:pt modelId="{7B4341E6-C8A2-4533-AC0D-ED3990A48361}">
      <dgm:prSet/>
      <dgm:spPr/>
      <dgm:t>
        <a:bodyPr/>
        <a:lstStyle/>
        <a:p>
          <a:r>
            <a:rPr lang="en-US"/>
            <a:t>Discounts and shipping strongly influence sales.</a:t>
          </a:r>
        </a:p>
      </dgm:t>
    </dgm:pt>
    <dgm:pt modelId="{2DA80376-F9BC-4742-B586-141FEE166275}" type="parTrans" cxnId="{094BC34F-0FD0-4430-8C83-431E6B487E38}">
      <dgm:prSet/>
      <dgm:spPr/>
      <dgm:t>
        <a:bodyPr/>
        <a:lstStyle/>
        <a:p>
          <a:endParaRPr lang="en-US"/>
        </a:p>
      </dgm:t>
    </dgm:pt>
    <dgm:pt modelId="{8F158291-5198-48B8-998B-C0A248CB5DFE}" type="sibTrans" cxnId="{094BC34F-0FD0-4430-8C83-431E6B487E38}">
      <dgm:prSet/>
      <dgm:spPr/>
      <dgm:t>
        <a:bodyPr/>
        <a:lstStyle/>
        <a:p>
          <a:endParaRPr lang="en-US"/>
        </a:p>
      </dgm:t>
    </dgm:pt>
    <dgm:pt modelId="{7BBCB260-960D-4DE1-9D83-EB33F1B751CE}">
      <dgm:prSet/>
      <dgm:spPr/>
      <dgm:t>
        <a:bodyPr/>
        <a:lstStyle/>
        <a:p>
          <a:r>
            <a:rPr lang="en-US"/>
            <a:t>Project shows end-to-end data science workflow.</a:t>
          </a:r>
        </a:p>
      </dgm:t>
    </dgm:pt>
    <dgm:pt modelId="{A9CCC869-F7D3-4295-A8B6-78E79707FD86}" type="parTrans" cxnId="{8167C417-6F59-446C-B363-9F82D1468FCC}">
      <dgm:prSet/>
      <dgm:spPr/>
      <dgm:t>
        <a:bodyPr/>
        <a:lstStyle/>
        <a:p>
          <a:endParaRPr lang="en-US"/>
        </a:p>
      </dgm:t>
    </dgm:pt>
    <dgm:pt modelId="{180471F9-543E-42F4-8302-FFB351367E06}" type="sibTrans" cxnId="{8167C417-6F59-446C-B363-9F82D1468FCC}">
      <dgm:prSet/>
      <dgm:spPr/>
      <dgm:t>
        <a:bodyPr/>
        <a:lstStyle/>
        <a:p>
          <a:endParaRPr lang="en-US"/>
        </a:p>
      </dgm:t>
    </dgm:pt>
    <dgm:pt modelId="{1D3EADEF-25C8-41AF-A47E-C520F543618D}" type="pres">
      <dgm:prSet presAssocID="{2BFC4BB3-6D84-4240-A46B-68F54852D22E}" presName="root" presStyleCnt="0">
        <dgm:presLayoutVars>
          <dgm:dir/>
          <dgm:resizeHandles val="exact"/>
        </dgm:presLayoutVars>
      </dgm:prSet>
      <dgm:spPr/>
    </dgm:pt>
    <dgm:pt modelId="{8451046E-51A2-4F2C-A319-BB541F75DAD1}" type="pres">
      <dgm:prSet presAssocID="{E7CBCE42-0873-4574-BD81-49A044BD04B0}" presName="compNode" presStyleCnt="0"/>
      <dgm:spPr/>
    </dgm:pt>
    <dgm:pt modelId="{86BDA0BD-9B9D-49F3-9C14-A778148B3536}" type="pres">
      <dgm:prSet presAssocID="{E7CBCE42-0873-4574-BD81-49A044BD04B0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r tree"/>
        </a:ext>
      </dgm:extLst>
    </dgm:pt>
    <dgm:pt modelId="{75B7982D-E3D3-4DD2-9B36-3A455C11034A}" type="pres">
      <dgm:prSet presAssocID="{E7CBCE42-0873-4574-BD81-49A044BD04B0}" presName="spaceRect" presStyleCnt="0"/>
      <dgm:spPr/>
    </dgm:pt>
    <dgm:pt modelId="{721170AA-CF6F-4608-81C1-E4E6FAE3B7E3}" type="pres">
      <dgm:prSet presAssocID="{E7CBCE42-0873-4574-BD81-49A044BD04B0}" presName="textRect" presStyleLbl="revTx" presStyleIdx="0" presStyleCnt="3">
        <dgm:presLayoutVars>
          <dgm:chMax val="1"/>
          <dgm:chPref val="1"/>
        </dgm:presLayoutVars>
      </dgm:prSet>
      <dgm:spPr/>
    </dgm:pt>
    <dgm:pt modelId="{8AE5DDB8-4DA0-43C1-BD9A-263AD5A6FB04}" type="pres">
      <dgm:prSet presAssocID="{22BC83AF-49D7-4A4B-863C-26F99B72F69A}" presName="sibTrans" presStyleCnt="0"/>
      <dgm:spPr/>
    </dgm:pt>
    <dgm:pt modelId="{C99674F0-C43C-4946-AD80-2BDADE91D880}" type="pres">
      <dgm:prSet presAssocID="{7B4341E6-C8A2-4533-AC0D-ED3990A48361}" presName="compNode" presStyleCnt="0"/>
      <dgm:spPr/>
    </dgm:pt>
    <dgm:pt modelId="{0417BFF8-85D0-4F53-A6C4-2A321BCECAB3}" type="pres">
      <dgm:prSet presAssocID="{7B4341E6-C8A2-4533-AC0D-ED3990A4836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x"/>
        </a:ext>
      </dgm:extLst>
    </dgm:pt>
    <dgm:pt modelId="{31BFEA1F-692A-40BC-B08C-AF6D8E0B3FDA}" type="pres">
      <dgm:prSet presAssocID="{7B4341E6-C8A2-4533-AC0D-ED3990A48361}" presName="spaceRect" presStyleCnt="0"/>
      <dgm:spPr/>
    </dgm:pt>
    <dgm:pt modelId="{6D82975F-9C17-40EF-B8AD-7DCBCB2AA88F}" type="pres">
      <dgm:prSet presAssocID="{7B4341E6-C8A2-4533-AC0D-ED3990A48361}" presName="textRect" presStyleLbl="revTx" presStyleIdx="1" presStyleCnt="3">
        <dgm:presLayoutVars>
          <dgm:chMax val="1"/>
          <dgm:chPref val="1"/>
        </dgm:presLayoutVars>
      </dgm:prSet>
      <dgm:spPr/>
    </dgm:pt>
    <dgm:pt modelId="{BC05C237-3257-4C39-BDCA-48B5E83683F9}" type="pres">
      <dgm:prSet presAssocID="{8F158291-5198-48B8-998B-C0A248CB5DFE}" presName="sibTrans" presStyleCnt="0"/>
      <dgm:spPr/>
    </dgm:pt>
    <dgm:pt modelId="{63A489E5-18A3-4A60-97CA-306DC2DBB7D9}" type="pres">
      <dgm:prSet presAssocID="{7BBCB260-960D-4DE1-9D83-EB33F1B751CE}" presName="compNode" presStyleCnt="0"/>
      <dgm:spPr/>
    </dgm:pt>
    <dgm:pt modelId="{8F85F0F1-1312-491A-B12D-78E0540D5DA0}" type="pres">
      <dgm:prSet presAssocID="{7BBCB260-960D-4DE1-9D83-EB33F1B751C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4F86B04C-38D6-4ABF-8F69-7E38C73A2A20}" type="pres">
      <dgm:prSet presAssocID="{7BBCB260-960D-4DE1-9D83-EB33F1B751CE}" presName="spaceRect" presStyleCnt="0"/>
      <dgm:spPr/>
    </dgm:pt>
    <dgm:pt modelId="{72B6B969-0999-4F25-A9EE-70377A2DF29A}" type="pres">
      <dgm:prSet presAssocID="{7BBCB260-960D-4DE1-9D83-EB33F1B751CE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3307B209-0285-4D3B-B264-A1A906E2497B}" srcId="{2BFC4BB3-6D84-4240-A46B-68F54852D22E}" destId="{E7CBCE42-0873-4574-BD81-49A044BD04B0}" srcOrd="0" destOrd="0" parTransId="{6FB34B77-02CE-427B-9A22-8E68E4E1956D}" sibTransId="{22BC83AF-49D7-4A4B-863C-26F99B72F69A}"/>
    <dgm:cxn modelId="{8167C417-6F59-446C-B363-9F82D1468FCC}" srcId="{2BFC4BB3-6D84-4240-A46B-68F54852D22E}" destId="{7BBCB260-960D-4DE1-9D83-EB33F1B751CE}" srcOrd="2" destOrd="0" parTransId="{A9CCC869-F7D3-4295-A8B6-78E79707FD86}" sibTransId="{180471F9-543E-42F4-8302-FFB351367E06}"/>
    <dgm:cxn modelId="{4A21191F-1A0B-4C98-9507-0810B4053673}" type="presOf" srcId="{7B4341E6-C8A2-4533-AC0D-ED3990A48361}" destId="{6D82975F-9C17-40EF-B8AD-7DCBCB2AA88F}" srcOrd="0" destOrd="0" presId="urn:microsoft.com/office/officeart/2018/2/layout/IconLabelList"/>
    <dgm:cxn modelId="{79CCCD5F-83B9-44ED-A78F-5462B2547200}" type="presOf" srcId="{7BBCB260-960D-4DE1-9D83-EB33F1B751CE}" destId="{72B6B969-0999-4F25-A9EE-70377A2DF29A}" srcOrd="0" destOrd="0" presId="urn:microsoft.com/office/officeart/2018/2/layout/IconLabelList"/>
    <dgm:cxn modelId="{094BC34F-0FD0-4430-8C83-431E6B487E38}" srcId="{2BFC4BB3-6D84-4240-A46B-68F54852D22E}" destId="{7B4341E6-C8A2-4533-AC0D-ED3990A48361}" srcOrd="1" destOrd="0" parTransId="{2DA80376-F9BC-4742-B586-141FEE166275}" sibTransId="{8F158291-5198-48B8-998B-C0A248CB5DFE}"/>
    <dgm:cxn modelId="{F39FE17A-AD3A-446C-8EB2-B0823B2F8CE7}" type="presOf" srcId="{E7CBCE42-0873-4574-BD81-49A044BD04B0}" destId="{721170AA-CF6F-4608-81C1-E4E6FAE3B7E3}" srcOrd="0" destOrd="0" presId="urn:microsoft.com/office/officeart/2018/2/layout/IconLabelList"/>
    <dgm:cxn modelId="{AC9F19A4-1C3A-407B-8CA7-6CB1A20559CB}" type="presOf" srcId="{2BFC4BB3-6D84-4240-A46B-68F54852D22E}" destId="{1D3EADEF-25C8-41AF-A47E-C520F543618D}" srcOrd="0" destOrd="0" presId="urn:microsoft.com/office/officeart/2018/2/layout/IconLabelList"/>
    <dgm:cxn modelId="{1747321D-6558-43EC-8189-ED6955A2685B}" type="presParOf" srcId="{1D3EADEF-25C8-41AF-A47E-C520F543618D}" destId="{8451046E-51A2-4F2C-A319-BB541F75DAD1}" srcOrd="0" destOrd="0" presId="urn:microsoft.com/office/officeart/2018/2/layout/IconLabelList"/>
    <dgm:cxn modelId="{6C922C57-9747-48F0-AAF5-9FB525E584C7}" type="presParOf" srcId="{8451046E-51A2-4F2C-A319-BB541F75DAD1}" destId="{86BDA0BD-9B9D-49F3-9C14-A778148B3536}" srcOrd="0" destOrd="0" presId="urn:microsoft.com/office/officeart/2018/2/layout/IconLabelList"/>
    <dgm:cxn modelId="{49DF05B6-42AA-49A7-8AA0-34AEBDD1E578}" type="presParOf" srcId="{8451046E-51A2-4F2C-A319-BB541F75DAD1}" destId="{75B7982D-E3D3-4DD2-9B36-3A455C11034A}" srcOrd="1" destOrd="0" presId="urn:microsoft.com/office/officeart/2018/2/layout/IconLabelList"/>
    <dgm:cxn modelId="{06E831C2-6F97-4C1D-9D41-415AF2EC405F}" type="presParOf" srcId="{8451046E-51A2-4F2C-A319-BB541F75DAD1}" destId="{721170AA-CF6F-4608-81C1-E4E6FAE3B7E3}" srcOrd="2" destOrd="0" presId="urn:microsoft.com/office/officeart/2018/2/layout/IconLabelList"/>
    <dgm:cxn modelId="{406E3CEE-2407-4889-9E70-B763C07B2290}" type="presParOf" srcId="{1D3EADEF-25C8-41AF-A47E-C520F543618D}" destId="{8AE5DDB8-4DA0-43C1-BD9A-263AD5A6FB04}" srcOrd="1" destOrd="0" presId="urn:microsoft.com/office/officeart/2018/2/layout/IconLabelList"/>
    <dgm:cxn modelId="{F81B6B6C-9863-4131-8CE7-A52567C8E572}" type="presParOf" srcId="{1D3EADEF-25C8-41AF-A47E-C520F543618D}" destId="{C99674F0-C43C-4946-AD80-2BDADE91D880}" srcOrd="2" destOrd="0" presId="urn:microsoft.com/office/officeart/2018/2/layout/IconLabelList"/>
    <dgm:cxn modelId="{8144DC9E-1EFA-4945-AEA7-C7E2660E87ED}" type="presParOf" srcId="{C99674F0-C43C-4946-AD80-2BDADE91D880}" destId="{0417BFF8-85D0-4F53-A6C4-2A321BCECAB3}" srcOrd="0" destOrd="0" presId="urn:microsoft.com/office/officeart/2018/2/layout/IconLabelList"/>
    <dgm:cxn modelId="{5683279F-DB81-4E7E-815F-A6E9A8217FF9}" type="presParOf" srcId="{C99674F0-C43C-4946-AD80-2BDADE91D880}" destId="{31BFEA1F-692A-40BC-B08C-AF6D8E0B3FDA}" srcOrd="1" destOrd="0" presId="urn:microsoft.com/office/officeart/2018/2/layout/IconLabelList"/>
    <dgm:cxn modelId="{FBF8D0C4-891D-4A43-B329-FD85B5962D8A}" type="presParOf" srcId="{C99674F0-C43C-4946-AD80-2BDADE91D880}" destId="{6D82975F-9C17-40EF-B8AD-7DCBCB2AA88F}" srcOrd="2" destOrd="0" presId="urn:microsoft.com/office/officeart/2018/2/layout/IconLabelList"/>
    <dgm:cxn modelId="{10B9AA10-BA3C-4C75-A287-EE9F5A221359}" type="presParOf" srcId="{1D3EADEF-25C8-41AF-A47E-C520F543618D}" destId="{BC05C237-3257-4C39-BDCA-48B5E83683F9}" srcOrd="3" destOrd="0" presId="urn:microsoft.com/office/officeart/2018/2/layout/IconLabelList"/>
    <dgm:cxn modelId="{431BE0F3-2932-4087-A5D5-57CB519A83E7}" type="presParOf" srcId="{1D3EADEF-25C8-41AF-A47E-C520F543618D}" destId="{63A489E5-18A3-4A60-97CA-306DC2DBB7D9}" srcOrd="4" destOrd="0" presId="urn:microsoft.com/office/officeart/2018/2/layout/IconLabelList"/>
    <dgm:cxn modelId="{F8C6F7A3-5D0A-4084-84DF-42AE8DB2300B}" type="presParOf" srcId="{63A489E5-18A3-4A60-97CA-306DC2DBB7D9}" destId="{8F85F0F1-1312-491A-B12D-78E0540D5DA0}" srcOrd="0" destOrd="0" presId="urn:microsoft.com/office/officeart/2018/2/layout/IconLabelList"/>
    <dgm:cxn modelId="{7BAFA237-D277-4470-920B-6215A8779B59}" type="presParOf" srcId="{63A489E5-18A3-4A60-97CA-306DC2DBB7D9}" destId="{4F86B04C-38D6-4ABF-8F69-7E38C73A2A20}" srcOrd="1" destOrd="0" presId="urn:microsoft.com/office/officeart/2018/2/layout/IconLabelList"/>
    <dgm:cxn modelId="{2C705C70-67AD-41B1-BB3A-DF5E2969AFC0}" type="presParOf" srcId="{63A489E5-18A3-4A60-97CA-306DC2DBB7D9}" destId="{72B6B969-0999-4F25-A9EE-70377A2DF29A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019380-4750-4514-9D93-CE5AED0BFB10}">
      <dsp:nvSpPr>
        <dsp:cNvPr id="0" name=""/>
        <dsp:cNvSpPr/>
      </dsp:nvSpPr>
      <dsp:spPr>
        <a:xfrm>
          <a:off x="834529" y="154212"/>
          <a:ext cx="2196000" cy="2196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59682D-1ED7-43E1-B980-527198251CBB}">
      <dsp:nvSpPr>
        <dsp:cNvPr id="0" name=""/>
        <dsp:cNvSpPr/>
      </dsp:nvSpPr>
      <dsp:spPr>
        <a:xfrm>
          <a:off x="1302529" y="622212"/>
          <a:ext cx="1260000" cy="126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04C10B-B8D7-4A6F-95AF-50AA6F7C236B}">
      <dsp:nvSpPr>
        <dsp:cNvPr id="0" name=""/>
        <dsp:cNvSpPr/>
      </dsp:nvSpPr>
      <dsp:spPr>
        <a:xfrm>
          <a:off x="132529" y="3034212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kern="1200"/>
            <a:t>Analyze and predict the number of furniture items sold.</a:t>
          </a:r>
        </a:p>
      </dsp:txBody>
      <dsp:txXfrm>
        <a:off x="132529" y="3034212"/>
        <a:ext cx="3600000" cy="720000"/>
      </dsp:txXfrm>
    </dsp:sp>
    <dsp:sp modelId="{564F49F8-2295-4E0D-A753-BDCB78B21ECC}">
      <dsp:nvSpPr>
        <dsp:cNvPr id="0" name=""/>
        <dsp:cNvSpPr/>
      </dsp:nvSpPr>
      <dsp:spPr>
        <a:xfrm>
          <a:off x="5064529" y="154212"/>
          <a:ext cx="2196000" cy="2196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355AB1-F3EF-453E-8A46-88F8C8095E0D}">
      <dsp:nvSpPr>
        <dsp:cNvPr id="0" name=""/>
        <dsp:cNvSpPr/>
      </dsp:nvSpPr>
      <dsp:spPr>
        <a:xfrm>
          <a:off x="5532529" y="622212"/>
          <a:ext cx="1260000" cy="126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7DEC7B-49DD-42F1-AA2D-CAC4F3F0E968}">
      <dsp:nvSpPr>
        <dsp:cNvPr id="0" name=""/>
        <dsp:cNvSpPr/>
      </dsp:nvSpPr>
      <dsp:spPr>
        <a:xfrm>
          <a:off x="4362529" y="3034212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kern="1200"/>
            <a:t>Use productTitle, originalPrice, price, and tagText as features.</a:t>
          </a:r>
        </a:p>
      </dsp:txBody>
      <dsp:txXfrm>
        <a:off x="4362529" y="3034212"/>
        <a:ext cx="360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62A44C-BEDF-4932-8DD2-561C92B64FD0}">
      <dsp:nvSpPr>
        <dsp:cNvPr id="0" name=""/>
        <dsp:cNvSpPr/>
      </dsp:nvSpPr>
      <dsp:spPr>
        <a:xfrm>
          <a:off x="551029" y="649212"/>
          <a:ext cx="1441125" cy="144112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7CE0D0-27C9-4FF9-A0A7-39E8A03DF6BC}">
      <dsp:nvSpPr>
        <dsp:cNvPr id="0" name=""/>
        <dsp:cNvSpPr/>
      </dsp:nvSpPr>
      <dsp:spPr>
        <a:xfrm>
          <a:off x="858154" y="956337"/>
          <a:ext cx="826875" cy="82687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E98CAF-CB9D-48EF-9652-7C5D92D5AF4E}">
      <dsp:nvSpPr>
        <dsp:cNvPr id="0" name=""/>
        <dsp:cNvSpPr/>
      </dsp:nvSpPr>
      <dsp:spPr>
        <a:xfrm>
          <a:off x="90342" y="2539212"/>
          <a:ext cx="2362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 dirty="0">
              <a:solidFill>
                <a:schemeClr val="tx1"/>
              </a:solidFill>
            </a:rPr>
            <a:t>Python (Pandas, Seaborn, Scikit-learn)</a:t>
          </a:r>
        </a:p>
      </dsp:txBody>
      <dsp:txXfrm>
        <a:off x="90342" y="2539212"/>
        <a:ext cx="2362500" cy="720000"/>
      </dsp:txXfrm>
    </dsp:sp>
    <dsp:sp modelId="{D13232D9-71E8-4E26-80F1-A702A8E5CE68}">
      <dsp:nvSpPr>
        <dsp:cNvPr id="0" name=""/>
        <dsp:cNvSpPr/>
      </dsp:nvSpPr>
      <dsp:spPr>
        <a:xfrm>
          <a:off x="3326967" y="649212"/>
          <a:ext cx="1441125" cy="1441125"/>
        </a:xfrm>
        <a:prstGeom prst="ellipse">
          <a:avLst/>
        </a:prstGeom>
        <a:solidFill>
          <a:schemeClr val="accent2">
            <a:hueOff val="1799994"/>
            <a:satOff val="-925"/>
            <a:lumOff val="-2353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DF6E8D-A1D2-4C6E-B262-857E1062987C}">
      <dsp:nvSpPr>
        <dsp:cNvPr id="0" name=""/>
        <dsp:cNvSpPr/>
      </dsp:nvSpPr>
      <dsp:spPr>
        <a:xfrm>
          <a:off x="3634092" y="956337"/>
          <a:ext cx="826875" cy="82687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C43F64-2D61-431C-9A03-33A85FC618A6}">
      <dsp:nvSpPr>
        <dsp:cNvPr id="0" name=""/>
        <dsp:cNvSpPr/>
      </dsp:nvSpPr>
      <dsp:spPr>
        <a:xfrm>
          <a:off x="2866279" y="2539212"/>
          <a:ext cx="2362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 dirty="0">
              <a:solidFill>
                <a:schemeClr val="tx1"/>
              </a:solidFill>
            </a:rPr>
            <a:t>SQL for querying insights</a:t>
          </a:r>
        </a:p>
      </dsp:txBody>
      <dsp:txXfrm>
        <a:off x="2866279" y="2539212"/>
        <a:ext cx="2362500" cy="720000"/>
      </dsp:txXfrm>
    </dsp:sp>
    <dsp:sp modelId="{689E37F6-97D4-4D33-8FA0-0A13B977BC84}">
      <dsp:nvSpPr>
        <dsp:cNvPr id="0" name=""/>
        <dsp:cNvSpPr/>
      </dsp:nvSpPr>
      <dsp:spPr>
        <a:xfrm>
          <a:off x="6102904" y="649212"/>
          <a:ext cx="1441125" cy="1441125"/>
        </a:xfrm>
        <a:prstGeom prst="ellipse">
          <a:avLst/>
        </a:prstGeom>
        <a:solidFill>
          <a:schemeClr val="accent2">
            <a:hueOff val="3599988"/>
            <a:satOff val="-1850"/>
            <a:lumOff val="-4706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0E7B24-C254-4FC5-9DD6-F9E889FBD04E}">
      <dsp:nvSpPr>
        <dsp:cNvPr id="0" name=""/>
        <dsp:cNvSpPr/>
      </dsp:nvSpPr>
      <dsp:spPr>
        <a:xfrm>
          <a:off x="6410029" y="956337"/>
          <a:ext cx="826875" cy="82687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6378F5-5ADF-4902-B047-2497CDF1EB45}">
      <dsp:nvSpPr>
        <dsp:cNvPr id="0" name=""/>
        <dsp:cNvSpPr/>
      </dsp:nvSpPr>
      <dsp:spPr>
        <a:xfrm>
          <a:off x="5642217" y="2539212"/>
          <a:ext cx="2362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 dirty="0">
              <a:solidFill>
                <a:schemeClr val="tx1"/>
              </a:solidFill>
            </a:rPr>
            <a:t>Excel for dashboards</a:t>
          </a:r>
        </a:p>
      </dsp:txBody>
      <dsp:txXfrm>
        <a:off x="5642217" y="2539212"/>
        <a:ext cx="236250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FB87E5-B04E-4130-96E8-78B69446DA25}">
      <dsp:nvSpPr>
        <dsp:cNvPr id="0" name=""/>
        <dsp:cNvSpPr/>
      </dsp:nvSpPr>
      <dsp:spPr>
        <a:xfrm>
          <a:off x="988" y="1054981"/>
          <a:ext cx="3596925" cy="1798462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>
            <a:duotone>
              <a:schemeClr val="accent2">
                <a:hueOff val="0"/>
                <a:satOff val="0"/>
                <a:lumOff val="0"/>
                <a:alphaOff val="0"/>
                <a:shade val="88000"/>
                <a:lumMod val="88000"/>
              </a:schemeClr>
              <a:schemeClr val="accent2">
                <a:hueOff val="0"/>
                <a:satOff val="0"/>
                <a:lumOff val="0"/>
                <a:alphaOff val="0"/>
              </a:schemeClr>
            </a:duotone>
          </a:blip>
          <a:tile tx="0" ty="0" sx="100000" sy="100000" flip="none" algn="tl"/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5245" tIns="36830" rIns="55245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>
              <a:solidFill>
                <a:schemeClr val="tx1"/>
              </a:solidFill>
            </a:rPr>
            <a:t>2,000 entries from AliExpress</a:t>
          </a:r>
        </a:p>
      </dsp:txBody>
      <dsp:txXfrm>
        <a:off x="53663" y="1107656"/>
        <a:ext cx="3491575" cy="1693112"/>
      </dsp:txXfrm>
    </dsp:sp>
    <dsp:sp modelId="{41B43EF4-BBBF-408C-9C65-C57422412CBD}">
      <dsp:nvSpPr>
        <dsp:cNvPr id="0" name=""/>
        <dsp:cNvSpPr/>
      </dsp:nvSpPr>
      <dsp:spPr>
        <a:xfrm>
          <a:off x="4497145" y="1054981"/>
          <a:ext cx="3596925" cy="1798462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>
            <a:duotone>
              <a:schemeClr val="accent3">
                <a:hueOff val="0"/>
                <a:satOff val="0"/>
                <a:lumOff val="0"/>
                <a:alphaOff val="0"/>
                <a:shade val="88000"/>
                <a:lumMod val="88000"/>
              </a:schemeClr>
              <a:schemeClr val="accent3">
                <a:hueOff val="0"/>
                <a:satOff val="0"/>
                <a:lumOff val="0"/>
                <a:alphaOff val="0"/>
              </a:schemeClr>
            </a:duotone>
          </a:blip>
          <a:tile tx="0" ty="0" sx="100000" sy="100000" flip="none" algn="tl"/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5245" tIns="36830" rIns="55245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>
              <a:solidFill>
                <a:schemeClr val="tx1"/>
              </a:solidFill>
            </a:rPr>
            <a:t>Columns: </a:t>
          </a:r>
          <a:r>
            <a:rPr lang="en-US" sz="2900" kern="1200" dirty="0" err="1">
              <a:solidFill>
                <a:schemeClr val="tx1"/>
              </a:solidFill>
            </a:rPr>
            <a:t>productTitle</a:t>
          </a:r>
          <a:r>
            <a:rPr lang="en-US" sz="2900" kern="1200" dirty="0">
              <a:solidFill>
                <a:schemeClr val="tx1"/>
              </a:solidFill>
            </a:rPr>
            <a:t>, </a:t>
          </a:r>
          <a:r>
            <a:rPr lang="en-US" sz="2900" kern="1200" dirty="0" err="1">
              <a:solidFill>
                <a:schemeClr val="tx1"/>
              </a:solidFill>
            </a:rPr>
            <a:t>originalPrice</a:t>
          </a:r>
          <a:r>
            <a:rPr lang="en-US" sz="2900" kern="1200" dirty="0">
              <a:solidFill>
                <a:schemeClr val="tx1"/>
              </a:solidFill>
            </a:rPr>
            <a:t>, price, sold, </a:t>
          </a:r>
          <a:r>
            <a:rPr lang="en-US" sz="2900" kern="1200" dirty="0" err="1">
              <a:solidFill>
                <a:schemeClr val="tx1"/>
              </a:solidFill>
            </a:rPr>
            <a:t>tagText</a:t>
          </a:r>
          <a:endParaRPr lang="en-US" sz="2900" kern="1200" dirty="0">
            <a:solidFill>
              <a:schemeClr val="tx1"/>
            </a:solidFill>
          </a:endParaRPr>
        </a:p>
      </dsp:txBody>
      <dsp:txXfrm>
        <a:off x="4549820" y="1107656"/>
        <a:ext cx="3491575" cy="169311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DFDA67-306C-45B6-B6EF-E34D38D2A44F}">
      <dsp:nvSpPr>
        <dsp:cNvPr id="0" name=""/>
        <dsp:cNvSpPr/>
      </dsp:nvSpPr>
      <dsp:spPr>
        <a:xfrm>
          <a:off x="978788" y="70989"/>
          <a:ext cx="812527" cy="81252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77BEE9-B097-4BCE-B4F1-094355954A76}">
      <dsp:nvSpPr>
        <dsp:cNvPr id="0" name=""/>
        <dsp:cNvSpPr/>
      </dsp:nvSpPr>
      <dsp:spPr>
        <a:xfrm>
          <a:off x="1149419" y="241620"/>
          <a:ext cx="471265" cy="47126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0A5F64-E029-4D3D-96E5-571C49C6BCFE}">
      <dsp:nvSpPr>
        <dsp:cNvPr id="0" name=""/>
        <dsp:cNvSpPr/>
      </dsp:nvSpPr>
      <dsp:spPr>
        <a:xfrm>
          <a:off x="1965428" y="70989"/>
          <a:ext cx="1915242" cy="8125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Data Collection and Cleaning</a:t>
          </a:r>
        </a:p>
      </dsp:txBody>
      <dsp:txXfrm>
        <a:off x="1965428" y="70989"/>
        <a:ext cx="1915242" cy="812527"/>
      </dsp:txXfrm>
    </dsp:sp>
    <dsp:sp modelId="{E46F5B59-EE15-4F01-A084-FF5602A6D092}">
      <dsp:nvSpPr>
        <dsp:cNvPr id="0" name=""/>
        <dsp:cNvSpPr/>
      </dsp:nvSpPr>
      <dsp:spPr>
        <a:xfrm>
          <a:off x="4214387" y="70989"/>
          <a:ext cx="812527" cy="81252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977BA4-0FC1-4C79-8A55-C4D49C974244}">
      <dsp:nvSpPr>
        <dsp:cNvPr id="0" name=""/>
        <dsp:cNvSpPr/>
      </dsp:nvSpPr>
      <dsp:spPr>
        <a:xfrm>
          <a:off x="4385018" y="241620"/>
          <a:ext cx="471265" cy="47126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E6674F-CE9A-4574-86C7-68D02B694DE8}">
      <dsp:nvSpPr>
        <dsp:cNvPr id="0" name=""/>
        <dsp:cNvSpPr/>
      </dsp:nvSpPr>
      <dsp:spPr>
        <a:xfrm>
          <a:off x="5201027" y="70989"/>
          <a:ext cx="1915242" cy="8125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EDA and Visualizations</a:t>
          </a:r>
        </a:p>
      </dsp:txBody>
      <dsp:txXfrm>
        <a:off x="5201027" y="70989"/>
        <a:ext cx="1915242" cy="812527"/>
      </dsp:txXfrm>
    </dsp:sp>
    <dsp:sp modelId="{62CD1AB2-F95E-4E0B-9158-BCA442056B6F}">
      <dsp:nvSpPr>
        <dsp:cNvPr id="0" name=""/>
        <dsp:cNvSpPr/>
      </dsp:nvSpPr>
      <dsp:spPr>
        <a:xfrm>
          <a:off x="971996" y="1466403"/>
          <a:ext cx="812527" cy="81252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36DDD8-0DC9-4A51-9B18-C686673181B6}">
      <dsp:nvSpPr>
        <dsp:cNvPr id="0" name=""/>
        <dsp:cNvSpPr/>
      </dsp:nvSpPr>
      <dsp:spPr>
        <a:xfrm>
          <a:off x="1142623" y="1599490"/>
          <a:ext cx="471265" cy="47126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BC1329-302C-4BBF-9F19-E7C7BB7D1A2B}">
      <dsp:nvSpPr>
        <dsp:cNvPr id="0" name=""/>
        <dsp:cNvSpPr/>
      </dsp:nvSpPr>
      <dsp:spPr>
        <a:xfrm>
          <a:off x="1938251" y="1459611"/>
          <a:ext cx="1915242" cy="8125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Feature Engineering (Discount %, TF-IDF)</a:t>
          </a:r>
        </a:p>
      </dsp:txBody>
      <dsp:txXfrm>
        <a:off x="1938251" y="1459611"/>
        <a:ext cx="1915242" cy="812527"/>
      </dsp:txXfrm>
    </dsp:sp>
    <dsp:sp modelId="{FD0EA9E1-CE93-48C0-B0AE-77EC090E8693}">
      <dsp:nvSpPr>
        <dsp:cNvPr id="0" name=""/>
        <dsp:cNvSpPr/>
      </dsp:nvSpPr>
      <dsp:spPr>
        <a:xfrm>
          <a:off x="4214387" y="1547948"/>
          <a:ext cx="812527" cy="81252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D29B07-30AC-4465-89D4-EA44839B4EC3}">
      <dsp:nvSpPr>
        <dsp:cNvPr id="0" name=""/>
        <dsp:cNvSpPr/>
      </dsp:nvSpPr>
      <dsp:spPr>
        <a:xfrm>
          <a:off x="4385018" y="1718579"/>
          <a:ext cx="471265" cy="47126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517AD4-5151-4FB5-9525-8D8B52A0BF12}">
      <dsp:nvSpPr>
        <dsp:cNvPr id="0" name=""/>
        <dsp:cNvSpPr/>
      </dsp:nvSpPr>
      <dsp:spPr>
        <a:xfrm>
          <a:off x="5201027" y="1547948"/>
          <a:ext cx="1915242" cy="8125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Model Training (Linear Regression, Random Forest)</a:t>
          </a:r>
        </a:p>
      </dsp:txBody>
      <dsp:txXfrm>
        <a:off x="5201027" y="1547948"/>
        <a:ext cx="1915242" cy="812527"/>
      </dsp:txXfrm>
    </dsp:sp>
    <dsp:sp modelId="{FC6DDD9C-8D35-4BD7-9B7F-C4A7105B9489}">
      <dsp:nvSpPr>
        <dsp:cNvPr id="0" name=""/>
        <dsp:cNvSpPr/>
      </dsp:nvSpPr>
      <dsp:spPr>
        <a:xfrm>
          <a:off x="951609" y="2644369"/>
          <a:ext cx="812527" cy="81252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4B5AAA-169E-4AC4-83B8-370219DAADB2}">
      <dsp:nvSpPr>
        <dsp:cNvPr id="0" name=""/>
        <dsp:cNvSpPr/>
      </dsp:nvSpPr>
      <dsp:spPr>
        <a:xfrm>
          <a:off x="1101850" y="2814996"/>
          <a:ext cx="471265" cy="471265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D7905F-8E4F-442E-9955-38715F9DCCA4}">
      <dsp:nvSpPr>
        <dsp:cNvPr id="0" name=""/>
        <dsp:cNvSpPr/>
      </dsp:nvSpPr>
      <dsp:spPr>
        <a:xfrm>
          <a:off x="1931452" y="2678341"/>
          <a:ext cx="1915242" cy="8125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SQL Integration &amp; Excel Dashboard</a:t>
          </a:r>
        </a:p>
      </dsp:txBody>
      <dsp:txXfrm>
        <a:off x="1931452" y="2678341"/>
        <a:ext cx="1915242" cy="81252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ACA9B5-1D50-4754-AA1D-B389AD081C86}">
      <dsp:nvSpPr>
        <dsp:cNvPr id="0" name=""/>
        <dsp:cNvSpPr/>
      </dsp:nvSpPr>
      <dsp:spPr>
        <a:xfrm>
          <a:off x="1210314" y="833498"/>
          <a:ext cx="1302328" cy="130232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584F29-0939-439C-A805-495ADD8EBB93}">
      <dsp:nvSpPr>
        <dsp:cNvPr id="0" name=""/>
        <dsp:cNvSpPr/>
      </dsp:nvSpPr>
      <dsp:spPr>
        <a:xfrm>
          <a:off x="1009" y="2232207"/>
          <a:ext cx="3720937" cy="5581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700" kern="1200"/>
            <a:t>Linear Regression:</a:t>
          </a:r>
        </a:p>
      </dsp:txBody>
      <dsp:txXfrm>
        <a:off x="1009" y="2232207"/>
        <a:ext cx="3720937" cy="558140"/>
      </dsp:txXfrm>
    </dsp:sp>
    <dsp:sp modelId="{B7BB4857-25B9-471C-8973-69053F0552FD}">
      <dsp:nvSpPr>
        <dsp:cNvPr id="0" name=""/>
        <dsp:cNvSpPr/>
      </dsp:nvSpPr>
      <dsp:spPr>
        <a:xfrm>
          <a:off x="1009" y="2835177"/>
          <a:ext cx="3720937" cy="2397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- R²: -0.4151, MSE: 194,750.99</a:t>
          </a:r>
        </a:p>
      </dsp:txBody>
      <dsp:txXfrm>
        <a:off x="1009" y="2835177"/>
        <a:ext cx="3720937" cy="239749"/>
      </dsp:txXfrm>
    </dsp:sp>
    <dsp:sp modelId="{75A02AF3-1BEE-4675-84A6-CD6C6B456210}">
      <dsp:nvSpPr>
        <dsp:cNvPr id="0" name=""/>
        <dsp:cNvSpPr/>
      </dsp:nvSpPr>
      <dsp:spPr>
        <a:xfrm>
          <a:off x="5582416" y="833498"/>
          <a:ext cx="1302328" cy="130232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B90D20-1394-4D3E-B034-DF8434C4D3CC}">
      <dsp:nvSpPr>
        <dsp:cNvPr id="0" name=""/>
        <dsp:cNvSpPr/>
      </dsp:nvSpPr>
      <dsp:spPr>
        <a:xfrm>
          <a:off x="4373111" y="2232207"/>
          <a:ext cx="3720937" cy="5581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700" kern="1200"/>
            <a:t>Random Forest Regressor:</a:t>
          </a:r>
        </a:p>
      </dsp:txBody>
      <dsp:txXfrm>
        <a:off x="4373111" y="2232207"/>
        <a:ext cx="3720937" cy="558140"/>
      </dsp:txXfrm>
    </dsp:sp>
    <dsp:sp modelId="{EEF5640C-5759-4A7E-8E24-865D090BB635}">
      <dsp:nvSpPr>
        <dsp:cNvPr id="0" name=""/>
        <dsp:cNvSpPr/>
      </dsp:nvSpPr>
      <dsp:spPr>
        <a:xfrm>
          <a:off x="4373111" y="2835177"/>
          <a:ext cx="3720937" cy="2397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- R²: 0.2526, MSE: 102,857.73</a:t>
          </a:r>
        </a:p>
      </dsp:txBody>
      <dsp:txXfrm>
        <a:off x="4373111" y="2835177"/>
        <a:ext cx="3720937" cy="23974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BDA0BD-9B9D-49F3-9C14-A778148B3536}">
      <dsp:nvSpPr>
        <dsp:cNvPr id="0" name=""/>
        <dsp:cNvSpPr/>
      </dsp:nvSpPr>
      <dsp:spPr>
        <a:xfrm>
          <a:off x="701303" y="897951"/>
          <a:ext cx="1075572" cy="107557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1170AA-CF6F-4608-81C1-E4E6FAE3B7E3}">
      <dsp:nvSpPr>
        <dsp:cNvPr id="0" name=""/>
        <dsp:cNvSpPr/>
      </dsp:nvSpPr>
      <dsp:spPr>
        <a:xfrm>
          <a:off x="44008" y="2290473"/>
          <a:ext cx="2390161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Random Forest outperformed Linear Regression.</a:t>
          </a:r>
        </a:p>
      </dsp:txBody>
      <dsp:txXfrm>
        <a:off x="44008" y="2290473"/>
        <a:ext cx="2390161" cy="720000"/>
      </dsp:txXfrm>
    </dsp:sp>
    <dsp:sp modelId="{0417BFF8-85D0-4F53-A6C4-2A321BCECAB3}">
      <dsp:nvSpPr>
        <dsp:cNvPr id="0" name=""/>
        <dsp:cNvSpPr/>
      </dsp:nvSpPr>
      <dsp:spPr>
        <a:xfrm>
          <a:off x="3509743" y="897951"/>
          <a:ext cx="1075572" cy="107557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82975F-9C17-40EF-B8AD-7DCBCB2AA88F}">
      <dsp:nvSpPr>
        <dsp:cNvPr id="0" name=""/>
        <dsp:cNvSpPr/>
      </dsp:nvSpPr>
      <dsp:spPr>
        <a:xfrm>
          <a:off x="2852448" y="2290473"/>
          <a:ext cx="2390161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Discounts and shipping strongly influence sales.</a:t>
          </a:r>
        </a:p>
      </dsp:txBody>
      <dsp:txXfrm>
        <a:off x="2852448" y="2290473"/>
        <a:ext cx="2390161" cy="720000"/>
      </dsp:txXfrm>
    </dsp:sp>
    <dsp:sp modelId="{8F85F0F1-1312-491A-B12D-78E0540D5DA0}">
      <dsp:nvSpPr>
        <dsp:cNvPr id="0" name=""/>
        <dsp:cNvSpPr/>
      </dsp:nvSpPr>
      <dsp:spPr>
        <a:xfrm>
          <a:off x="6318183" y="897951"/>
          <a:ext cx="1075572" cy="107557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B6B969-0999-4F25-A9EE-70377A2DF29A}">
      <dsp:nvSpPr>
        <dsp:cNvPr id="0" name=""/>
        <dsp:cNvSpPr/>
      </dsp:nvSpPr>
      <dsp:spPr>
        <a:xfrm>
          <a:off x="5660888" y="2290473"/>
          <a:ext cx="2390161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Project shows end-to-end data science workflow.</a:t>
          </a:r>
        </a:p>
      </dsp:txBody>
      <dsp:txXfrm>
        <a:off x="5660888" y="2290473"/>
        <a:ext cx="2390161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rickwork-SD-R1acrop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 useBgFill="1">
        <p:nvSpPr>
          <p:cNvPr id="13" name="Freeform 12"/>
          <p:cNvSpPr/>
          <p:nvPr/>
        </p:nvSpPr>
        <p:spPr>
          <a:xfrm>
            <a:off x="-8467" y="-16933"/>
            <a:ext cx="8754534" cy="6451600"/>
          </a:xfrm>
          <a:custGeom>
            <a:avLst/>
            <a:gdLst/>
            <a:ahLst/>
            <a:cxnLst/>
            <a:rect l="l" t="t" r="r" b="b"/>
            <a:pathLst>
              <a:path w="8754534" h="6451600">
                <a:moveTo>
                  <a:pt x="8373534" y="0"/>
                </a:moveTo>
                <a:lnTo>
                  <a:pt x="8754534" y="5994400"/>
                </a:lnTo>
                <a:lnTo>
                  <a:pt x="0" y="6451600"/>
                </a:lnTo>
                <a:lnTo>
                  <a:pt x="0" y="0"/>
                </a:lnTo>
                <a:lnTo>
                  <a:pt x="8373534" y="0"/>
                </a:lnTo>
                <a:close/>
              </a:path>
            </a:pathLst>
          </a:custGeom>
          <a:ln>
            <a:noFill/>
          </a:ln>
          <a:effectLst>
            <a:outerShdw blurRad="98425" dist="76200" dir="4380000" algn="tl" rotWithShape="0">
              <a:srgbClr val="000000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Freeform 22"/>
          <p:cNvSpPr/>
          <p:nvPr/>
        </p:nvSpPr>
        <p:spPr>
          <a:xfrm>
            <a:off x="-10379" y="4445000"/>
            <a:ext cx="8464695" cy="1715811"/>
          </a:xfrm>
          <a:custGeom>
            <a:avLst/>
            <a:gdLst/>
            <a:ahLst/>
            <a:cxnLst/>
            <a:rect l="l" t="t" r="r" b="b"/>
            <a:pathLst>
              <a:path w="8428428" h="1878553">
                <a:moveTo>
                  <a:pt x="0" y="438229"/>
                </a:moveTo>
                <a:lnTo>
                  <a:pt x="8343246" y="0"/>
                </a:lnTo>
                <a:lnTo>
                  <a:pt x="8428428" y="1424838"/>
                </a:lnTo>
                <a:lnTo>
                  <a:pt x="7515" y="1878553"/>
                </a:lnTo>
                <a:lnTo>
                  <a:pt x="0" y="438229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9" name="Freeform 28"/>
          <p:cNvSpPr/>
          <p:nvPr/>
        </p:nvSpPr>
        <p:spPr>
          <a:xfrm>
            <a:off x="-2864" y="0"/>
            <a:ext cx="5811235" cy="321615"/>
          </a:xfrm>
          <a:custGeom>
            <a:avLst/>
            <a:gdLst/>
            <a:ahLst/>
            <a:cxnLst/>
            <a:rect l="l" t="t" r="r" b="b"/>
            <a:pathLst>
              <a:path w="5811235" h="321615">
                <a:moveTo>
                  <a:pt x="0" y="0"/>
                </a:moveTo>
                <a:lnTo>
                  <a:pt x="5811235" y="0"/>
                </a:lnTo>
                <a:lnTo>
                  <a:pt x="1" y="321615"/>
                </a:lnTo>
                <a:cubicBezTo>
                  <a:pt x="1" y="214410"/>
                  <a:pt x="0" y="107205"/>
                  <a:pt x="0" y="0"/>
                </a:cubicBez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0" name="Freeform 29"/>
          <p:cNvSpPr/>
          <p:nvPr/>
        </p:nvSpPr>
        <p:spPr>
          <a:xfrm rot="21420000">
            <a:off x="-170768" y="213023"/>
            <a:ext cx="8480534" cy="5746008"/>
          </a:xfrm>
          <a:custGeom>
            <a:avLst/>
            <a:gdLst/>
            <a:ahLst/>
            <a:cxnLst/>
            <a:rect l="l" t="t" r="r" b="b"/>
            <a:pathLst>
              <a:path w="11307378" h="5746008">
                <a:moveTo>
                  <a:pt x="11270997" y="0"/>
                </a:moveTo>
                <a:lnTo>
                  <a:pt x="11307378" y="5746008"/>
                </a:lnTo>
                <a:lnTo>
                  <a:pt x="1" y="5743137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451416" y="668338"/>
            <a:ext cx="7533524" cy="2766528"/>
          </a:xfrm>
        </p:spPr>
        <p:txBody>
          <a:bodyPr anchor="b">
            <a:normAutofit/>
          </a:bodyPr>
          <a:lstStyle>
            <a:lvl1pPr algn="r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554462" y="3446830"/>
            <a:ext cx="7512060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3669071" y="4714242"/>
            <a:ext cx="4607740" cy="942356"/>
          </a:xfrm>
        </p:spPr>
        <p:txBody>
          <a:bodyPr/>
          <a:lstStyle>
            <a:lvl1pPr algn="ctr">
              <a:defRPr sz="42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12134" y="4954635"/>
            <a:ext cx="2987069" cy="918361"/>
          </a:xfrm>
        </p:spPr>
        <p:txBody>
          <a:bodyPr vert="horz" lIns="91440" tIns="45720" rIns="91440" bIns="45720" rtlCol="0" anchor="ctr"/>
          <a:lstStyle>
            <a:lvl1pPr algn="r">
              <a:defRPr lang="en-US" sz="4200" dirty="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7401518" y="3819948"/>
            <a:ext cx="680390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3" name="5-Point Star 32"/>
          <p:cNvSpPr/>
          <p:nvPr/>
        </p:nvSpPr>
        <p:spPr>
          <a:xfrm rot="21420000">
            <a:off x="3121951" y="5057183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585722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514351" y="2063396"/>
            <a:ext cx="7796030" cy="33111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1998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6030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1" y="3742267"/>
            <a:ext cx="7796030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8512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514351" y="685800"/>
            <a:ext cx="7797662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514350" y="2063396"/>
            <a:ext cx="3816536" cy="331118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4495478" y="2063396"/>
            <a:ext cx="3814904" cy="331118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436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514351" y="685800"/>
            <a:ext cx="7796030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9569" y="2063396"/>
            <a:ext cx="3591317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514352" y="2861733"/>
            <a:ext cx="3816534" cy="25128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15340" y="2063396"/>
            <a:ext cx="359667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4495477" y="2861733"/>
            <a:ext cx="3816535" cy="25128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595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0276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427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232" y="685800"/>
            <a:ext cx="3095145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3784600" y="685801"/>
            <a:ext cx="4525781" cy="46887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232" y="2709053"/>
            <a:ext cx="3095146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0600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685800"/>
            <a:ext cx="440817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47740" y="1"/>
            <a:ext cx="3162641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2709053"/>
            <a:ext cx="440817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1523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106333"/>
            <a:ext cx="7796031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4351" y="685800"/>
            <a:ext cx="7794385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35" y="4702923"/>
            <a:ext cx="7796046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811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7677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35" y="4106333"/>
            <a:ext cx="7796047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7854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99" y="685800"/>
            <a:ext cx="7143765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162698" y="3610032"/>
            <a:ext cx="6500967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4106334"/>
            <a:ext cx="779766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404280" y="88785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97147" y="290648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930721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1723855"/>
            <a:ext cx="7796030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4247468"/>
            <a:ext cx="7796030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5980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6030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14352" y="206339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14352" y="2639658"/>
            <a:ext cx="2482596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175967" y="206339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175966" y="2639658"/>
            <a:ext cx="2482596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27785" y="206339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27785" y="2639658"/>
            <a:ext cx="2482596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821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766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18880" y="381302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14335" y="2063396"/>
            <a:ext cx="2482596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18880" y="4389288"/>
            <a:ext cx="2482596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178058" y="381302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176999" y="2063396"/>
            <a:ext cx="2482596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176998" y="4389286"/>
            <a:ext cx="2483655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26708" y="381302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26614" y="2063394"/>
            <a:ext cx="2482596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26614" y="4389284"/>
            <a:ext cx="2482596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8476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514351" y="2063396"/>
            <a:ext cx="7796030" cy="331119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0613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11896" y="685801"/>
            <a:ext cx="1698485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514351" y="685801"/>
            <a:ext cx="5928323" cy="4688785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19735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268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rickwork-SD-R1acrop.jpg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19048" y="1"/>
            <a:ext cx="9004013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766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1" y="2063396"/>
            <a:ext cx="7797662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73562" y="5757334"/>
            <a:ext cx="283845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4351" y="5757334"/>
            <a:ext cx="412478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715341" y="5757334"/>
            <a:ext cx="68039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25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  <p:sldLayoutId id="2147483696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7.jpg"/><Relationship Id="rId7" Type="http://schemas.openxmlformats.org/officeDocument/2006/relationships/diagramColors" Target="../diagrams/colors1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7.jpg"/><Relationship Id="rId7" Type="http://schemas.openxmlformats.org/officeDocument/2006/relationships/diagramColors" Target="../diagrams/colors2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7.jpg"/><Relationship Id="rId7" Type="http://schemas.openxmlformats.org/officeDocument/2006/relationships/diagramColors" Target="../diagrams/colors3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7.jpg"/><Relationship Id="rId7" Type="http://schemas.openxmlformats.org/officeDocument/2006/relationships/diagramColors" Target="../diagrams/colors4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image" Target="../media/image7.jpg"/><Relationship Id="rId7" Type="http://schemas.openxmlformats.org/officeDocument/2006/relationships/diagramColors" Target="../diagrams/colors5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6.xml"/><Relationship Id="rId3" Type="http://schemas.openxmlformats.org/officeDocument/2006/relationships/image" Target="../media/image7.jpg"/><Relationship Id="rId7" Type="http://schemas.openxmlformats.org/officeDocument/2006/relationships/diagramColors" Target="../diagrams/colors6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6.xml"/><Relationship Id="rId5" Type="http://schemas.openxmlformats.org/officeDocument/2006/relationships/diagramLayout" Target="../diagrams/layout6.xml"/><Relationship Id="rId4" Type="http://schemas.openxmlformats.org/officeDocument/2006/relationships/diagramData" Target="../diagrams/data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7.jpg"/><Relationship Id="rId4" Type="http://schemas.openxmlformats.org/officeDocument/2006/relationships/image" Target="../media/image3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7.jpg"/><Relationship Id="rId4" Type="http://schemas.openxmlformats.org/officeDocument/2006/relationships/image" Target="../media/image4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7.jpg"/><Relationship Id="rId4" Type="http://schemas.openxmlformats.org/officeDocument/2006/relationships/image" Target="../media/image4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7.jpg"/><Relationship Id="rId4" Type="http://schemas.openxmlformats.org/officeDocument/2006/relationships/image" Target="../media/image4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7.jpg"/><Relationship Id="rId4" Type="http://schemas.openxmlformats.org/officeDocument/2006/relationships/image" Target="../media/image4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7.jpg"/><Relationship Id="rId4" Type="http://schemas.openxmlformats.org/officeDocument/2006/relationships/image" Target="../media/image4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4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7.jpg"/><Relationship Id="rId4" Type="http://schemas.openxmlformats.org/officeDocument/2006/relationships/image" Target="../media/image4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7.jpg"/><Relationship Id="rId5" Type="http://schemas.openxmlformats.org/officeDocument/2006/relationships/image" Target="../media/image48.svg"/><Relationship Id="rId4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0C2754-9D26-A80A-D23F-EB806B59F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6F776733-A05B-4A45-903C-A77D9DEBDE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Boxes On Rack In Warehouse">
            <a:extLst>
              <a:ext uri="{FF2B5EF4-FFF2-40B4-BE49-F238E27FC236}">
                <a16:creationId xmlns:a16="http://schemas.microsoft.com/office/drawing/2014/main" id="{36245A38-B153-1A94-1143-6BE66ED16EF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40000"/>
          </a:blip>
          <a:srcRect l="8630" r="2369" b="-1"/>
          <a:stretch/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10B5AAF-5977-B3A4-5889-AE9E90C6BF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5770" y="1966816"/>
            <a:ext cx="7299923" cy="2481507"/>
          </a:xfrm>
        </p:spPr>
        <p:txBody>
          <a:bodyPr anchor="ctr">
            <a:normAutofit/>
          </a:bodyPr>
          <a:lstStyle/>
          <a:p>
            <a:pPr algn="l"/>
            <a:br>
              <a:rPr lang="en-IN" sz="5600">
                <a:solidFill>
                  <a:schemeClr val="tx1"/>
                </a:solidFill>
              </a:rPr>
            </a:br>
            <a:r>
              <a:rPr lang="en-IN" sz="5600">
                <a:solidFill>
                  <a:schemeClr val="tx1"/>
                </a:solidFill>
              </a:rPr>
              <a:t>E-commerce Furniture Dataset 2024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3487F5-77C4-F151-952F-81DC8B4D6F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8493" y="4591668"/>
            <a:ext cx="7249735" cy="748739"/>
          </a:xfrm>
        </p:spPr>
        <p:txBody>
          <a:bodyPr>
            <a:normAutofit/>
          </a:bodyPr>
          <a:lstStyle/>
          <a:p>
            <a:pPr algn="l"/>
            <a:r>
              <a:rPr lang="en-IN">
                <a:solidFill>
                  <a:schemeClr val="tx1"/>
                </a:solidFill>
              </a:rPr>
              <a:t>Project Report Summary</a:t>
            </a:r>
          </a:p>
        </p:txBody>
      </p:sp>
      <p:sp>
        <p:nvSpPr>
          <p:cNvPr id="12" name="5-Point Star 12">
            <a:extLst>
              <a:ext uri="{FF2B5EF4-FFF2-40B4-BE49-F238E27FC236}">
                <a16:creationId xmlns:a16="http://schemas.microsoft.com/office/drawing/2014/main" id="{5350CB18-9C03-468A-8579-F1850E8BE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9053" y="2650454"/>
            <a:ext cx="630111" cy="778546"/>
          </a:xfrm>
          <a:prstGeom prst="star5">
            <a:avLst>
              <a:gd name="adj" fmla="val 25889"/>
              <a:gd name="hf" fmla="val 105146"/>
              <a:gd name="vf" fmla="val 110557"/>
            </a:avLst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43" name="Cloud 42">
            <a:extLst>
              <a:ext uri="{FF2B5EF4-FFF2-40B4-BE49-F238E27FC236}">
                <a16:creationId xmlns:a16="http://schemas.microsoft.com/office/drawing/2014/main" id="{4D6C80D8-09F2-4D30-BE7E-BB3CCD597883}"/>
              </a:ext>
            </a:extLst>
          </p:cNvPr>
          <p:cNvSpPr/>
          <p:nvPr/>
        </p:nvSpPr>
        <p:spPr>
          <a:xfrm>
            <a:off x="30807" y="5815873"/>
            <a:ext cx="2585545" cy="961699"/>
          </a:xfrm>
          <a:prstGeom prst="cloud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800" b="1" i="0" u="sng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Internship ID:</a:t>
            </a:r>
            <a:r>
              <a:rPr lang="en-IN" sz="18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I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UMIP281177</a:t>
            </a:r>
            <a:endParaRPr lang="en-IN" dirty="0"/>
          </a:p>
        </p:txBody>
      </p:sp>
      <p:sp>
        <p:nvSpPr>
          <p:cNvPr id="25" name="Scroll: Horizontal 24">
            <a:extLst>
              <a:ext uri="{FF2B5EF4-FFF2-40B4-BE49-F238E27FC236}">
                <a16:creationId xmlns:a16="http://schemas.microsoft.com/office/drawing/2014/main" id="{BFD7EEC9-FC9D-AF1F-A1F7-9EAD63C8560F}"/>
              </a:ext>
            </a:extLst>
          </p:cNvPr>
          <p:cNvSpPr/>
          <p:nvPr/>
        </p:nvSpPr>
        <p:spPr>
          <a:xfrm rot="276171">
            <a:off x="5212781" y="27346"/>
            <a:ext cx="3888039" cy="1231820"/>
          </a:xfrm>
          <a:prstGeom prst="horizontalScroll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A47C581E-CC9D-5B4C-D6B8-7DE0514837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340964">
            <a:off x="5428805" y="186054"/>
            <a:ext cx="3455991" cy="984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8101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1">
                <a:shade val="48000"/>
                <a:satMod val="110000"/>
                <a:lumMod val="40000"/>
              </a:schemeClr>
              <a:schemeClr val="bg1">
                <a:tint val="90000"/>
                <a:lumMod val="10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C38E665F-010A-4CF3-9B64-5888D0D745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685800"/>
            <a:ext cx="8094627" cy="1151965"/>
          </a:xfrm>
        </p:spPr>
        <p:txBody>
          <a:bodyPr>
            <a:normAutofit/>
          </a:bodyPr>
          <a:lstStyle/>
          <a:p>
            <a:r>
              <a:rPr lang="en-IN"/>
              <a:t>1. Objective</a:t>
            </a:r>
          </a:p>
        </p:txBody>
      </p:sp>
      <p:pic>
        <p:nvPicPr>
          <p:cNvPr id="19" name="Picture 18" descr="A hexagon with white lines&#10;&#10;AI-generated content may be incorrect.">
            <a:extLst>
              <a:ext uri="{FF2B5EF4-FFF2-40B4-BE49-F238E27FC236}">
                <a16:creationId xmlns:a16="http://schemas.microsoft.com/office/drawing/2014/main" id="{1FF8930B-2CF4-900B-BB84-00E1AD553C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2" y="137656"/>
            <a:ext cx="794660" cy="743730"/>
          </a:xfrm>
          <a:prstGeom prst="rect">
            <a:avLst/>
          </a:prstGeom>
        </p:spPr>
      </p:pic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0DAD4B27-2017-CAB6-9364-1E127A9559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46934671"/>
              </p:ext>
            </p:extLst>
          </p:nvPr>
        </p:nvGraphicFramePr>
        <p:xfrm>
          <a:off x="514350" y="2063750"/>
          <a:ext cx="8095059" cy="3908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1">
                <a:shade val="48000"/>
                <a:satMod val="110000"/>
                <a:lumMod val="40000"/>
              </a:schemeClr>
              <a:schemeClr val="bg1">
                <a:tint val="90000"/>
                <a:lumMod val="10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38E665F-010A-4CF3-9B64-5888D0D745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685800"/>
            <a:ext cx="8094627" cy="1151965"/>
          </a:xfrm>
        </p:spPr>
        <p:txBody>
          <a:bodyPr>
            <a:normAutofit/>
          </a:bodyPr>
          <a:lstStyle/>
          <a:p>
            <a:r>
              <a:rPr lang="en-IN"/>
              <a:t>2. Tools Used</a:t>
            </a:r>
          </a:p>
        </p:txBody>
      </p:sp>
      <p:pic>
        <p:nvPicPr>
          <p:cNvPr id="4" name="Picture 3" descr="A hexagon with white lines&#10;&#10;AI-generated content may be incorrect.">
            <a:extLst>
              <a:ext uri="{FF2B5EF4-FFF2-40B4-BE49-F238E27FC236}">
                <a16:creationId xmlns:a16="http://schemas.microsoft.com/office/drawing/2014/main" id="{56D6DFDB-E5D8-B3A6-F294-1811E36003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2" y="0"/>
            <a:ext cx="794660" cy="743730"/>
          </a:xfrm>
          <a:prstGeom prst="rect">
            <a:avLst/>
          </a:pr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B5BD840-913C-9FD7-CFF6-988F314FB0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68741086"/>
              </p:ext>
            </p:extLst>
          </p:nvPr>
        </p:nvGraphicFramePr>
        <p:xfrm>
          <a:off x="514350" y="2063750"/>
          <a:ext cx="8095059" cy="3908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1">
                <a:shade val="48000"/>
                <a:satMod val="110000"/>
                <a:lumMod val="40000"/>
              </a:schemeClr>
              <a:schemeClr val="bg1">
                <a:tint val="90000"/>
                <a:lumMod val="10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C4DAAB9-1F6E-44A6-8EBD-11AA857B20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685800"/>
            <a:ext cx="8094627" cy="1151965"/>
          </a:xfrm>
        </p:spPr>
        <p:txBody>
          <a:bodyPr>
            <a:normAutofit/>
          </a:bodyPr>
          <a:lstStyle/>
          <a:p>
            <a:r>
              <a:rPr lang="en-IN"/>
              <a:t>3. Dataset Overview</a:t>
            </a:r>
          </a:p>
        </p:txBody>
      </p:sp>
      <p:pic>
        <p:nvPicPr>
          <p:cNvPr id="4" name="Picture 3" descr="A hexagon with white lines&#10;&#10;AI-generated content may be incorrect.">
            <a:extLst>
              <a:ext uri="{FF2B5EF4-FFF2-40B4-BE49-F238E27FC236}">
                <a16:creationId xmlns:a16="http://schemas.microsoft.com/office/drawing/2014/main" id="{878D83D6-0AE6-CF6B-83CF-352128D4E1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2" y="0"/>
            <a:ext cx="794660" cy="743730"/>
          </a:xfrm>
          <a:prstGeom prst="rect">
            <a:avLst/>
          </a:pr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C7CF478-CCF1-9320-25EB-60A2E81D8D4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35390515"/>
              </p:ext>
            </p:extLst>
          </p:nvPr>
        </p:nvGraphicFramePr>
        <p:xfrm>
          <a:off x="514350" y="2063750"/>
          <a:ext cx="8095059" cy="3908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1">
                <a:shade val="48000"/>
                <a:satMod val="110000"/>
                <a:lumMod val="40000"/>
              </a:schemeClr>
              <a:schemeClr val="bg1">
                <a:tint val="90000"/>
                <a:lumMod val="10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38E665F-010A-4CF3-9B64-5888D0D745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685800"/>
            <a:ext cx="8094627" cy="1151965"/>
          </a:xfrm>
        </p:spPr>
        <p:txBody>
          <a:bodyPr>
            <a:normAutofit/>
          </a:bodyPr>
          <a:lstStyle/>
          <a:p>
            <a:r>
              <a:rPr lang="en-IN"/>
              <a:t>4. Steps Followed</a:t>
            </a:r>
          </a:p>
        </p:txBody>
      </p:sp>
      <p:pic>
        <p:nvPicPr>
          <p:cNvPr id="4" name="Picture 3" descr="A hexagon with white lines&#10;&#10;AI-generated content may be incorrect.">
            <a:extLst>
              <a:ext uri="{FF2B5EF4-FFF2-40B4-BE49-F238E27FC236}">
                <a16:creationId xmlns:a16="http://schemas.microsoft.com/office/drawing/2014/main" id="{A29CE9FA-887F-88C1-1F21-BEC4542418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94660" cy="743730"/>
          </a:xfrm>
          <a:prstGeom prst="rect">
            <a:avLst/>
          </a:pr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84C7163-984A-1672-E862-107D99944C4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49666780"/>
              </p:ext>
            </p:extLst>
          </p:nvPr>
        </p:nvGraphicFramePr>
        <p:xfrm>
          <a:off x="514350" y="2063750"/>
          <a:ext cx="8095059" cy="3908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1">
                <a:shade val="48000"/>
                <a:satMod val="110000"/>
                <a:lumMod val="40000"/>
              </a:schemeClr>
              <a:schemeClr val="bg1">
                <a:tint val="90000"/>
                <a:lumMod val="10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C4DAAB9-1F6E-44A6-8EBD-11AA857B20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685800"/>
            <a:ext cx="8094627" cy="1151965"/>
          </a:xfrm>
        </p:spPr>
        <p:txBody>
          <a:bodyPr>
            <a:normAutofit/>
          </a:bodyPr>
          <a:lstStyle/>
          <a:p>
            <a:r>
              <a:rPr lang="en-IN"/>
              <a:t>5. Model Results</a:t>
            </a:r>
          </a:p>
        </p:txBody>
      </p:sp>
      <p:pic>
        <p:nvPicPr>
          <p:cNvPr id="4" name="Picture 3" descr="A hexagon with white lines&#10;&#10;AI-generated content may be incorrect.">
            <a:extLst>
              <a:ext uri="{FF2B5EF4-FFF2-40B4-BE49-F238E27FC236}">
                <a16:creationId xmlns:a16="http://schemas.microsoft.com/office/drawing/2014/main" id="{41E03DB7-1F0E-B47B-CEAA-046A91BE20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2" y="0"/>
            <a:ext cx="794660" cy="743730"/>
          </a:xfrm>
          <a:prstGeom prst="rect">
            <a:avLst/>
          </a:pr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A52D6BD-1516-E85F-7D24-9EABC5EFE7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94801126"/>
              </p:ext>
            </p:extLst>
          </p:nvPr>
        </p:nvGraphicFramePr>
        <p:xfrm>
          <a:off x="514350" y="2063750"/>
          <a:ext cx="8095059" cy="3908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1">
                <a:shade val="48000"/>
                <a:satMod val="110000"/>
                <a:lumMod val="40000"/>
              </a:schemeClr>
              <a:schemeClr val="bg1">
                <a:tint val="90000"/>
                <a:lumMod val="10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1C4DAAB9-1F6E-44A6-8EBD-11AA857B20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685800"/>
            <a:ext cx="8094627" cy="1151965"/>
          </a:xfrm>
        </p:spPr>
        <p:txBody>
          <a:bodyPr>
            <a:normAutofit/>
          </a:bodyPr>
          <a:lstStyle/>
          <a:p>
            <a:r>
              <a:rPr lang="en-IN"/>
              <a:t>6. Conclusion</a:t>
            </a:r>
          </a:p>
        </p:txBody>
      </p:sp>
      <p:pic>
        <p:nvPicPr>
          <p:cNvPr id="4" name="Picture 3" descr="A hexagon with white lines&#10;&#10;AI-generated content may be incorrect.">
            <a:extLst>
              <a:ext uri="{FF2B5EF4-FFF2-40B4-BE49-F238E27FC236}">
                <a16:creationId xmlns:a16="http://schemas.microsoft.com/office/drawing/2014/main" id="{62DDBBF1-C571-35F7-4070-D0D52626E6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2" y="0"/>
            <a:ext cx="794660" cy="743730"/>
          </a:xfrm>
          <a:prstGeom prst="rect">
            <a:avLst/>
          </a:pr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BD4A5DF-0E35-0F6D-9FB7-CA6E5718A8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87972152"/>
              </p:ext>
            </p:extLst>
          </p:nvPr>
        </p:nvGraphicFramePr>
        <p:xfrm>
          <a:off x="514350" y="2063750"/>
          <a:ext cx="8095059" cy="3908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1">
                <a:shade val="48000"/>
                <a:satMod val="110000"/>
                <a:lumMod val="40000"/>
              </a:schemeClr>
              <a:schemeClr val="bg1">
                <a:tint val="90000"/>
                <a:lumMod val="10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76E8DBD-6DBD-4FCB-8FE8-8F0425C0B6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 useBgFill="1">
        <p:nvSpPr>
          <p:cNvPr id="13" name="Freeform 11">
            <a:extLst>
              <a:ext uri="{FF2B5EF4-FFF2-40B4-BE49-F238E27FC236}">
                <a16:creationId xmlns:a16="http://schemas.microsoft.com/office/drawing/2014/main" id="{70BE0118-665B-49AC-8ED9-B29C009CED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1906" y="0"/>
            <a:ext cx="8762857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5" name="Freeform 13">
            <a:extLst>
              <a:ext uri="{FF2B5EF4-FFF2-40B4-BE49-F238E27FC236}">
                <a16:creationId xmlns:a16="http://schemas.microsoft.com/office/drawing/2014/main" id="{DB8E4593-3024-4A7B-92FB-8114D72E5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82257"/>
            <a:ext cx="8496942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" name="Freeform 25">
            <a:extLst>
              <a:ext uri="{FF2B5EF4-FFF2-40B4-BE49-F238E27FC236}">
                <a16:creationId xmlns:a16="http://schemas.microsoft.com/office/drawing/2014/main" id="{F72029E6-113E-4A42-8D29-4B796B39B9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539684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" name="Freeform 14">
            <a:extLst>
              <a:ext uri="{FF2B5EF4-FFF2-40B4-BE49-F238E27FC236}">
                <a16:creationId xmlns:a16="http://schemas.microsoft.com/office/drawing/2014/main" id="{FBAE6AE5-2B20-46E6-B338-A385BFF09F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420000">
            <a:off x="-121350" y="293317"/>
            <a:ext cx="8525337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21" name="5-Point Star 24">
            <a:extLst>
              <a:ext uri="{FF2B5EF4-FFF2-40B4-BE49-F238E27FC236}">
                <a16:creationId xmlns:a16="http://schemas.microsoft.com/office/drawing/2014/main" id="{4555B12C-E2CF-448D-918F-96D0958DC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420000">
            <a:off x="3166038" y="5111356"/>
            <a:ext cx="386540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9EB9FA3F-CAB0-4533-9364-224CEC6FF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1714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266519-A0EF-6C81-F886-3123A5929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60" y="4519749"/>
            <a:ext cx="8104342" cy="127027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700"/>
              <a:t>Code With Outputs</a:t>
            </a:r>
          </a:p>
        </p:txBody>
      </p:sp>
      <p:sp>
        <p:nvSpPr>
          <p:cNvPr id="25" name="5-Point Star 31">
            <a:extLst>
              <a:ext uri="{FF2B5EF4-FFF2-40B4-BE49-F238E27FC236}">
                <a16:creationId xmlns:a16="http://schemas.microsoft.com/office/drawing/2014/main" id="{42B0C1BF-5CB1-40DA-9A22-5452B5469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7556" y="6388943"/>
            <a:ext cx="279786" cy="373049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lumMod val="65000"/>
              <a:lumOff val="35000"/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8965002-56B0-F3DE-4583-24B306EBBA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1331481" y="691545"/>
            <a:ext cx="7254942" cy="3935805"/>
          </a:xfrm>
          <a:prstGeom prst="rect">
            <a:avLst/>
          </a:prstGeom>
        </p:spPr>
      </p:pic>
      <p:pic>
        <p:nvPicPr>
          <p:cNvPr id="6" name="Picture 5" descr="A hexagon with white lines&#10;&#10;AI-generated content may be incorrect.">
            <a:extLst>
              <a:ext uri="{FF2B5EF4-FFF2-40B4-BE49-F238E27FC236}">
                <a16:creationId xmlns:a16="http://schemas.microsoft.com/office/drawing/2014/main" id="{EFE942DC-BE18-E07F-3E20-C50C8E17D2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2" y="0"/>
            <a:ext cx="794660" cy="743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9430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1">
                <a:shade val="48000"/>
                <a:satMod val="110000"/>
                <a:lumMod val="40000"/>
              </a:schemeClr>
              <a:schemeClr val="bg1">
                <a:tint val="90000"/>
                <a:lumMod val="10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76E8DBD-6DBD-4FCB-8FE8-8F0425C0B6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 useBgFill="1">
        <p:nvSpPr>
          <p:cNvPr id="13" name="Freeform 11">
            <a:extLst>
              <a:ext uri="{FF2B5EF4-FFF2-40B4-BE49-F238E27FC236}">
                <a16:creationId xmlns:a16="http://schemas.microsoft.com/office/drawing/2014/main" id="{70BE0118-665B-49AC-8ED9-B29C009CED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1906" y="0"/>
            <a:ext cx="8762857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5" name="Freeform 13">
            <a:extLst>
              <a:ext uri="{FF2B5EF4-FFF2-40B4-BE49-F238E27FC236}">
                <a16:creationId xmlns:a16="http://schemas.microsoft.com/office/drawing/2014/main" id="{DB8E4593-3024-4A7B-92FB-8114D72E5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82257"/>
            <a:ext cx="8496942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" name="Freeform 25">
            <a:extLst>
              <a:ext uri="{FF2B5EF4-FFF2-40B4-BE49-F238E27FC236}">
                <a16:creationId xmlns:a16="http://schemas.microsoft.com/office/drawing/2014/main" id="{F72029E6-113E-4A42-8D29-4B796B39B9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539684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" name="Freeform 14">
            <a:extLst>
              <a:ext uri="{FF2B5EF4-FFF2-40B4-BE49-F238E27FC236}">
                <a16:creationId xmlns:a16="http://schemas.microsoft.com/office/drawing/2014/main" id="{FBAE6AE5-2B20-46E6-B338-A385BFF09F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420000">
            <a:off x="-121350" y="293317"/>
            <a:ext cx="8525337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21" name="5-Point Star 24">
            <a:extLst>
              <a:ext uri="{FF2B5EF4-FFF2-40B4-BE49-F238E27FC236}">
                <a16:creationId xmlns:a16="http://schemas.microsoft.com/office/drawing/2014/main" id="{4555B12C-E2CF-448D-918F-96D0958DC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420000">
            <a:off x="3166038" y="5111356"/>
            <a:ext cx="386540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9EB9FA3F-CAB0-4533-9364-224CEC6FF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1714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FFD88D-B5E9-802B-E086-84E0BAE2F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60" y="4519749"/>
            <a:ext cx="8104342" cy="127027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700"/>
              <a:t>Data Cleaning</a:t>
            </a:r>
          </a:p>
        </p:txBody>
      </p:sp>
      <p:sp>
        <p:nvSpPr>
          <p:cNvPr id="25" name="5-Point Star 31">
            <a:extLst>
              <a:ext uri="{FF2B5EF4-FFF2-40B4-BE49-F238E27FC236}">
                <a16:creationId xmlns:a16="http://schemas.microsoft.com/office/drawing/2014/main" id="{42B0C1BF-5CB1-40DA-9A22-5452B5469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7556" y="6388943"/>
            <a:ext cx="279786" cy="373049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lumMod val="65000"/>
              <a:lumOff val="35000"/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8DCA45B-B8CA-45A8-DB44-9C38C97025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1592276" y="691546"/>
            <a:ext cx="6830891" cy="4030226"/>
          </a:xfrm>
          <a:prstGeom prst="rect">
            <a:avLst/>
          </a:prstGeom>
        </p:spPr>
      </p:pic>
      <p:pic>
        <p:nvPicPr>
          <p:cNvPr id="6" name="Picture 5" descr="A hexagon with white lines&#10;&#10;AI-generated content may be incorrect.">
            <a:extLst>
              <a:ext uri="{FF2B5EF4-FFF2-40B4-BE49-F238E27FC236}">
                <a16:creationId xmlns:a16="http://schemas.microsoft.com/office/drawing/2014/main" id="{91CFE7A9-8667-C159-7434-22D5AF8096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2" y="0"/>
            <a:ext cx="794660" cy="743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2688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1">
                <a:shade val="48000"/>
                <a:satMod val="110000"/>
                <a:lumMod val="40000"/>
              </a:schemeClr>
              <a:schemeClr val="bg1">
                <a:tint val="90000"/>
                <a:lumMod val="10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76E8DBD-6DBD-4FCB-8FE8-8F0425C0B6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 useBgFill="1">
        <p:nvSpPr>
          <p:cNvPr id="13" name="Freeform 11">
            <a:extLst>
              <a:ext uri="{FF2B5EF4-FFF2-40B4-BE49-F238E27FC236}">
                <a16:creationId xmlns:a16="http://schemas.microsoft.com/office/drawing/2014/main" id="{70BE0118-665B-49AC-8ED9-B29C009CED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1906" y="0"/>
            <a:ext cx="8762857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5" name="Freeform 13">
            <a:extLst>
              <a:ext uri="{FF2B5EF4-FFF2-40B4-BE49-F238E27FC236}">
                <a16:creationId xmlns:a16="http://schemas.microsoft.com/office/drawing/2014/main" id="{DB8E4593-3024-4A7B-92FB-8114D72E5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82257"/>
            <a:ext cx="8496942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" name="Freeform 25">
            <a:extLst>
              <a:ext uri="{FF2B5EF4-FFF2-40B4-BE49-F238E27FC236}">
                <a16:creationId xmlns:a16="http://schemas.microsoft.com/office/drawing/2014/main" id="{F72029E6-113E-4A42-8D29-4B796B39B9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539684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" name="Freeform 14">
            <a:extLst>
              <a:ext uri="{FF2B5EF4-FFF2-40B4-BE49-F238E27FC236}">
                <a16:creationId xmlns:a16="http://schemas.microsoft.com/office/drawing/2014/main" id="{FBAE6AE5-2B20-46E6-B338-A385BFF09F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420000">
            <a:off x="-121350" y="293317"/>
            <a:ext cx="8525337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21" name="5-Point Star 24">
            <a:extLst>
              <a:ext uri="{FF2B5EF4-FFF2-40B4-BE49-F238E27FC236}">
                <a16:creationId xmlns:a16="http://schemas.microsoft.com/office/drawing/2014/main" id="{4555B12C-E2CF-448D-918F-96D0958DC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420000">
            <a:off x="3166038" y="5111356"/>
            <a:ext cx="386540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9EB9FA3F-CAB0-4533-9364-224CEC6FF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1714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8AAD4D-AF0C-35E7-98E6-1A37DB324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60" y="4519749"/>
            <a:ext cx="8104342" cy="127027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700"/>
              <a:t>EDA </a:t>
            </a:r>
          </a:p>
        </p:txBody>
      </p:sp>
      <p:sp>
        <p:nvSpPr>
          <p:cNvPr id="25" name="5-Point Star 31">
            <a:extLst>
              <a:ext uri="{FF2B5EF4-FFF2-40B4-BE49-F238E27FC236}">
                <a16:creationId xmlns:a16="http://schemas.microsoft.com/office/drawing/2014/main" id="{42B0C1BF-5CB1-40DA-9A22-5452B5469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7556" y="6388943"/>
            <a:ext cx="279786" cy="373049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lumMod val="65000"/>
              <a:lumOff val="35000"/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5FCC21E-1792-3833-8205-C7380253C2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1747783" y="691545"/>
            <a:ext cx="6639398" cy="4133025"/>
          </a:xfrm>
          <a:prstGeom prst="rect">
            <a:avLst/>
          </a:prstGeom>
        </p:spPr>
      </p:pic>
      <p:pic>
        <p:nvPicPr>
          <p:cNvPr id="6" name="Picture 5" descr="A hexagon with white lines&#10;&#10;AI-generated content may be incorrect.">
            <a:extLst>
              <a:ext uri="{FF2B5EF4-FFF2-40B4-BE49-F238E27FC236}">
                <a16:creationId xmlns:a16="http://schemas.microsoft.com/office/drawing/2014/main" id="{50C3DCB3-9BDE-04A8-4BD7-B3855301F0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2" y="0"/>
            <a:ext cx="794660" cy="743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843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1">
                <a:shade val="48000"/>
                <a:satMod val="110000"/>
                <a:lumMod val="40000"/>
              </a:schemeClr>
              <a:schemeClr val="bg1">
                <a:tint val="90000"/>
                <a:lumMod val="106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11951F-A394-86E5-23EA-F63F00EBA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Picture 48">
            <a:extLst>
              <a:ext uri="{FF2B5EF4-FFF2-40B4-BE49-F238E27FC236}">
                <a16:creationId xmlns:a16="http://schemas.microsoft.com/office/drawing/2014/main" id="{576E8DBD-6DBD-4FCB-8FE8-8F0425C0B6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 useBgFill="1">
        <p:nvSpPr>
          <p:cNvPr id="51" name="Freeform 11">
            <a:extLst>
              <a:ext uri="{FF2B5EF4-FFF2-40B4-BE49-F238E27FC236}">
                <a16:creationId xmlns:a16="http://schemas.microsoft.com/office/drawing/2014/main" id="{70BE0118-665B-49AC-8ED9-B29C009CED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1906" y="0"/>
            <a:ext cx="8762857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3" name="Freeform 13">
            <a:extLst>
              <a:ext uri="{FF2B5EF4-FFF2-40B4-BE49-F238E27FC236}">
                <a16:creationId xmlns:a16="http://schemas.microsoft.com/office/drawing/2014/main" id="{DB8E4593-3024-4A7B-92FB-8114D72E5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82257"/>
            <a:ext cx="8496942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5" name="Freeform 25">
            <a:extLst>
              <a:ext uri="{FF2B5EF4-FFF2-40B4-BE49-F238E27FC236}">
                <a16:creationId xmlns:a16="http://schemas.microsoft.com/office/drawing/2014/main" id="{F72029E6-113E-4A42-8D29-4B796B39B9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539684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7" name="Freeform 14">
            <a:extLst>
              <a:ext uri="{FF2B5EF4-FFF2-40B4-BE49-F238E27FC236}">
                <a16:creationId xmlns:a16="http://schemas.microsoft.com/office/drawing/2014/main" id="{FBAE6AE5-2B20-46E6-B338-A385BFF09F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420000">
            <a:off x="-121350" y="293317"/>
            <a:ext cx="8525337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59" name="5-Point Star 24">
            <a:extLst>
              <a:ext uri="{FF2B5EF4-FFF2-40B4-BE49-F238E27FC236}">
                <a16:creationId xmlns:a16="http://schemas.microsoft.com/office/drawing/2014/main" id="{4555B12C-E2CF-448D-918F-96D0958DC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420000">
            <a:off x="3166038" y="5111356"/>
            <a:ext cx="386540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 useBgFill="1">
        <p:nvSpPr>
          <p:cNvPr id="61" name="Rectangle 60">
            <a:extLst>
              <a:ext uri="{FF2B5EF4-FFF2-40B4-BE49-F238E27FC236}">
                <a16:creationId xmlns:a16="http://schemas.microsoft.com/office/drawing/2014/main" id="{9EB9FA3F-CAB0-4533-9364-224CEC6FF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1714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A0FF45-BFC4-9F77-4D5D-18D5C6CD6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60" y="4519749"/>
            <a:ext cx="8104342" cy="127027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700"/>
              <a:t>EDA Output</a:t>
            </a:r>
          </a:p>
        </p:txBody>
      </p:sp>
      <p:sp>
        <p:nvSpPr>
          <p:cNvPr id="63" name="5-Point Star 31">
            <a:extLst>
              <a:ext uri="{FF2B5EF4-FFF2-40B4-BE49-F238E27FC236}">
                <a16:creationId xmlns:a16="http://schemas.microsoft.com/office/drawing/2014/main" id="{42B0C1BF-5CB1-40DA-9A22-5452B5469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7556" y="6388943"/>
            <a:ext cx="279786" cy="373049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lumMod val="65000"/>
              <a:lumOff val="35000"/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31" name="Content Placeholder 30">
            <a:extLst>
              <a:ext uri="{FF2B5EF4-FFF2-40B4-BE49-F238E27FC236}">
                <a16:creationId xmlns:a16="http://schemas.microsoft.com/office/drawing/2014/main" id="{04C9CD05-E239-0898-518D-9FF2A629C3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1223503" y="691546"/>
            <a:ext cx="6694656" cy="3514694"/>
          </a:xfrm>
          <a:prstGeom prst="rect">
            <a:avLst/>
          </a:prstGeom>
        </p:spPr>
      </p:pic>
      <p:pic>
        <p:nvPicPr>
          <p:cNvPr id="6" name="Picture 5" descr="A hexagon with white lines&#10;&#10;AI-generated content may be incorrect.">
            <a:extLst>
              <a:ext uri="{FF2B5EF4-FFF2-40B4-BE49-F238E27FC236}">
                <a16:creationId xmlns:a16="http://schemas.microsoft.com/office/drawing/2014/main" id="{FCA4F90D-B0A7-ACCC-AF69-5A6939945A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2" y="0"/>
            <a:ext cx="794660" cy="743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9794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1">
                <a:shade val="48000"/>
                <a:satMod val="110000"/>
                <a:lumMod val="40000"/>
              </a:schemeClr>
              <a:schemeClr val="bg1">
                <a:tint val="90000"/>
                <a:lumMod val="10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76E8DBD-6DBD-4FCB-8FE8-8F0425C0B6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 useBgFill="1">
        <p:nvSpPr>
          <p:cNvPr id="13" name="Freeform 11">
            <a:extLst>
              <a:ext uri="{FF2B5EF4-FFF2-40B4-BE49-F238E27FC236}">
                <a16:creationId xmlns:a16="http://schemas.microsoft.com/office/drawing/2014/main" id="{70BE0118-665B-49AC-8ED9-B29C009CED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1906" y="0"/>
            <a:ext cx="8762857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5" name="Freeform 13">
            <a:extLst>
              <a:ext uri="{FF2B5EF4-FFF2-40B4-BE49-F238E27FC236}">
                <a16:creationId xmlns:a16="http://schemas.microsoft.com/office/drawing/2014/main" id="{DB8E4593-3024-4A7B-92FB-8114D72E5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82257"/>
            <a:ext cx="8496942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" name="Freeform 25">
            <a:extLst>
              <a:ext uri="{FF2B5EF4-FFF2-40B4-BE49-F238E27FC236}">
                <a16:creationId xmlns:a16="http://schemas.microsoft.com/office/drawing/2014/main" id="{F72029E6-113E-4A42-8D29-4B796B39B9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539684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" name="Freeform 14">
            <a:extLst>
              <a:ext uri="{FF2B5EF4-FFF2-40B4-BE49-F238E27FC236}">
                <a16:creationId xmlns:a16="http://schemas.microsoft.com/office/drawing/2014/main" id="{FBAE6AE5-2B20-46E6-B338-A385BFF09F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420000">
            <a:off x="-121350" y="293317"/>
            <a:ext cx="8525337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21" name="5-Point Star 24">
            <a:extLst>
              <a:ext uri="{FF2B5EF4-FFF2-40B4-BE49-F238E27FC236}">
                <a16:creationId xmlns:a16="http://schemas.microsoft.com/office/drawing/2014/main" id="{4555B12C-E2CF-448D-918F-96D0958DC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420000">
            <a:off x="3166038" y="5111356"/>
            <a:ext cx="386540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9EB9FA3F-CAB0-4533-9364-224CEC6FF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1714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1E86E0-7382-3A73-9344-77EFA9A2A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60" y="4519749"/>
            <a:ext cx="8104342" cy="127027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/>
              <a:t>Features and Model Building</a:t>
            </a:r>
          </a:p>
        </p:txBody>
      </p:sp>
      <p:sp>
        <p:nvSpPr>
          <p:cNvPr id="25" name="5-Point Star 31">
            <a:extLst>
              <a:ext uri="{FF2B5EF4-FFF2-40B4-BE49-F238E27FC236}">
                <a16:creationId xmlns:a16="http://schemas.microsoft.com/office/drawing/2014/main" id="{42B0C1BF-5CB1-40DA-9A22-5452B5469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7556" y="6388943"/>
            <a:ext cx="279786" cy="373049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lumMod val="65000"/>
              <a:lumOff val="35000"/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429FCEA-41AB-1930-9CB8-7FE2BF571D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2676117" y="691545"/>
            <a:ext cx="4418366" cy="4098035"/>
          </a:xfrm>
          <a:prstGeom prst="rect">
            <a:avLst/>
          </a:prstGeom>
        </p:spPr>
      </p:pic>
      <p:pic>
        <p:nvPicPr>
          <p:cNvPr id="6" name="Picture 5" descr="A hexagon with white lines&#10;&#10;AI-generated content may be incorrect.">
            <a:extLst>
              <a:ext uri="{FF2B5EF4-FFF2-40B4-BE49-F238E27FC236}">
                <a16:creationId xmlns:a16="http://schemas.microsoft.com/office/drawing/2014/main" id="{1368C98B-4CCD-25E5-4590-5D7D7D03F6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2" y="0"/>
            <a:ext cx="794660" cy="743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0089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1">
                <a:shade val="48000"/>
                <a:satMod val="110000"/>
                <a:lumMod val="40000"/>
              </a:schemeClr>
              <a:schemeClr val="bg1">
                <a:tint val="90000"/>
                <a:lumMod val="10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76E8DBD-6DBD-4FCB-8FE8-8F0425C0B6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 useBgFill="1">
        <p:nvSpPr>
          <p:cNvPr id="13" name="Freeform 11">
            <a:extLst>
              <a:ext uri="{FF2B5EF4-FFF2-40B4-BE49-F238E27FC236}">
                <a16:creationId xmlns:a16="http://schemas.microsoft.com/office/drawing/2014/main" id="{70BE0118-665B-49AC-8ED9-B29C009CED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1906" y="0"/>
            <a:ext cx="8762857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5" name="Freeform 13">
            <a:extLst>
              <a:ext uri="{FF2B5EF4-FFF2-40B4-BE49-F238E27FC236}">
                <a16:creationId xmlns:a16="http://schemas.microsoft.com/office/drawing/2014/main" id="{DB8E4593-3024-4A7B-92FB-8114D72E5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82257"/>
            <a:ext cx="8496942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" name="Freeform 25">
            <a:extLst>
              <a:ext uri="{FF2B5EF4-FFF2-40B4-BE49-F238E27FC236}">
                <a16:creationId xmlns:a16="http://schemas.microsoft.com/office/drawing/2014/main" id="{F72029E6-113E-4A42-8D29-4B796B39B9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539684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" name="Freeform 14">
            <a:extLst>
              <a:ext uri="{FF2B5EF4-FFF2-40B4-BE49-F238E27FC236}">
                <a16:creationId xmlns:a16="http://schemas.microsoft.com/office/drawing/2014/main" id="{FBAE6AE5-2B20-46E6-B338-A385BFF09F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420000">
            <a:off x="-121350" y="293317"/>
            <a:ext cx="8525337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21" name="5-Point Star 24">
            <a:extLst>
              <a:ext uri="{FF2B5EF4-FFF2-40B4-BE49-F238E27FC236}">
                <a16:creationId xmlns:a16="http://schemas.microsoft.com/office/drawing/2014/main" id="{4555B12C-E2CF-448D-918F-96D0958DC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420000">
            <a:off x="3166038" y="5111356"/>
            <a:ext cx="386540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9EB9FA3F-CAB0-4533-9364-224CEC6FF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1714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EA00F2-0F38-BD71-99AD-07E508D4A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60" y="4519749"/>
            <a:ext cx="8104342" cy="127027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/>
              <a:t>Model(Building and Evaluation)</a:t>
            </a:r>
          </a:p>
        </p:txBody>
      </p:sp>
      <p:sp>
        <p:nvSpPr>
          <p:cNvPr id="25" name="5-Point Star 31">
            <a:extLst>
              <a:ext uri="{FF2B5EF4-FFF2-40B4-BE49-F238E27FC236}">
                <a16:creationId xmlns:a16="http://schemas.microsoft.com/office/drawing/2014/main" id="{42B0C1BF-5CB1-40DA-9A22-5452B5469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7556" y="6388943"/>
            <a:ext cx="279786" cy="373049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lumMod val="65000"/>
              <a:lumOff val="35000"/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C23326B-63A0-A0E0-9141-661E4AECAE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2778843" y="663592"/>
            <a:ext cx="3984564" cy="4284478"/>
          </a:xfrm>
          <a:prstGeom prst="rect">
            <a:avLst/>
          </a:prstGeom>
        </p:spPr>
      </p:pic>
      <p:pic>
        <p:nvPicPr>
          <p:cNvPr id="6" name="Picture 5" descr="A hexagon with white lines&#10;&#10;AI-generated content may be incorrect.">
            <a:extLst>
              <a:ext uri="{FF2B5EF4-FFF2-40B4-BE49-F238E27FC236}">
                <a16:creationId xmlns:a16="http://schemas.microsoft.com/office/drawing/2014/main" id="{D64BA97E-4375-E883-036D-584A042F3B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2" y="0"/>
            <a:ext cx="794660" cy="743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3242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1">
                <a:shade val="48000"/>
                <a:satMod val="110000"/>
                <a:lumMod val="40000"/>
              </a:schemeClr>
              <a:schemeClr val="bg1">
                <a:tint val="90000"/>
                <a:lumMod val="10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76E8DBD-6DBD-4FCB-8FE8-8F0425C0B6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 useBgFill="1">
        <p:nvSpPr>
          <p:cNvPr id="12" name="Freeform 11">
            <a:extLst>
              <a:ext uri="{FF2B5EF4-FFF2-40B4-BE49-F238E27FC236}">
                <a16:creationId xmlns:a16="http://schemas.microsoft.com/office/drawing/2014/main" id="{70BE0118-665B-49AC-8ED9-B29C009CED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1906" y="0"/>
            <a:ext cx="8762857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DB8E4593-3024-4A7B-92FB-8114D72E5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82257"/>
            <a:ext cx="8496942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" name="Freeform 25">
            <a:extLst>
              <a:ext uri="{FF2B5EF4-FFF2-40B4-BE49-F238E27FC236}">
                <a16:creationId xmlns:a16="http://schemas.microsoft.com/office/drawing/2014/main" id="{F72029E6-113E-4A42-8D29-4B796B39B9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539684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" name="Freeform 14">
            <a:extLst>
              <a:ext uri="{FF2B5EF4-FFF2-40B4-BE49-F238E27FC236}">
                <a16:creationId xmlns:a16="http://schemas.microsoft.com/office/drawing/2014/main" id="{FBAE6AE5-2B20-46E6-B338-A385BFF09F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420000">
            <a:off x="-121350" y="293317"/>
            <a:ext cx="8525337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20" name="5-Point Star 24">
            <a:extLst>
              <a:ext uri="{FF2B5EF4-FFF2-40B4-BE49-F238E27FC236}">
                <a16:creationId xmlns:a16="http://schemas.microsoft.com/office/drawing/2014/main" id="{4555B12C-E2CF-448D-918F-96D0958DC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420000">
            <a:off x="3166038" y="5111356"/>
            <a:ext cx="386540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9EB9FA3F-CAB0-4533-9364-224CEC6FF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1714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1ED6EC-7E28-C5E2-5393-4D6A8BE92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60" y="4519749"/>
            <a:ext cx="8104342" cy="127027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700"/>
              <a:t>SQL Integration</a:t>
            </a:r>
          </a:p>
        </p:txBody>
      </p:sp>
      <p:sp>
        <p:nvSpPr>
          <p:cNvPr id="24" name="5-Point Star 31">
            <a:extLst>
              <a:ext uri="{FF2B5EF4-FFF2-40B4-BE49-F238E27FC236}">
                <a16:creationId xmlns:a16="http://schemas.microsoft.com/office/drawing/2014/main" id="{42B0C1BF-5CB1-40DA-9A22-5452B5469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7556" y="6388943"/>
            <a:ext cx="279786" cy="373049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lumMod val="65000"/>
              <a:lumOff val="35000"/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B7C6CC1-3C05-2ACE-D08E-5DB3182D09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2756709" y="531043"/>
            <a:ext cx="3782975" cy="4180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6023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1">
                <a:shade val="48000"/>
                <a:satMod val="110000"/>
                <a:lumMod val="40000"/>
              </a:schemeClr>
              <a:schemeClr val="bg1">
                <a:tint val="90000"/>
                <a:lumMod val="10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76E8DBD-6DBD-4FCB-8FE8-8F0425C0B6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 useBgFill="1">
        <p:nvSpPr>
          <p:cNvPr id="13" name="Freeform 11">
            <a:extLst>
              <a:ext uri="{FF2B5EF4-FFF2-40B4-BE49-F238E27FC236}">
                <a16:creationId xmlns:a16="http://schemas.microsoft.com/office/drawing/2014/main" id="{70BE0118-665B-49AC-8ED9-B29C009CED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1906" y="0"/>
            <a:ext cx="8762857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5" name="Freeform 13">
            <a:extLst>
              <a:ext uri="{FF2B5EF4-FFF2-40B4-BE49-F238E27FC236}">
                <a16:creationId xmlns:a16="http://schemas.microsoft.com/office/drawing/2014/main" id="{DB8E4593-3024-4A7B-92FB-8114D72E5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82257"/>
            <a:ext cx="8496942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" name="Freeform 25">
            <a:extLst>
              <a:ext uri="{FF2B5EF4-FFF2-40B4-BE49-F238E27FC236}">
                <a16:creationId xmlns:a16="http://schemas.microsoft.com/office/drawing/2014/main" id="{F72029E6-113E-4A42-8D29-4B796B39B9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539684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" name="Freeform 14">
            <a:extLst>
              <a:ext uri="{FF2B5EF4-FFF2-40B4-BE49-F238E27FC236}">
                <a16:creationId xmlns:a16="http://schemas.microsoft.com/office/drawing/2014/main" id="{FBAE6AE5-2B20-46E6-B338-A385BFF09F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420000">
            <a:off x="-121350" y="293317"/>
            <a:ext cx="8525337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21" name="5-Point Star 24">
            <a:extLst>
              <a:ext uri="{FF2B5EF4-FFF2-40B4-BE49-F238E27FC236}">
                <a16:creationId xmlns:a16="http://schemas.microsoft.com/office/drawing/2014/main" id="{4555B12C-E2CF-448D-918F-96D0958DC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420000">
            <a:off x="3166038" y="5111356"/>
            <a:ext cx="386540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9EB9FA3F-CAB0-4533-9364-224CEC6FF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1714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33084D-2360-1EFD-5D4A-8A95BB2EC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60" y="4519749"/>
            <a:ext cx="8104342" cy="127027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700"/>
              <a:t>Export For Excel</a:t>
            </a:r>
          </a:p>
        </p:txBody>
      </p:sp>
      <p:sp>
        <p:nvSpPr>
          <p:cNvPr id="25" name="5-Point Star 31">
            <a:extLst>
              <a:ext uri="{FF2B5EF4-FFF2-40B4-BE49-F238E27FC236}">
                <a16:creationId xmlns:a16="http://schemas.microsoft.com/office/drawing/2014/main" id="{42B0C1BF-5CB1-40DA-9A22-5452B5469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7556" y="6388943"/>
            <a:ext cx="279786" cy="373049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lumMod val="65000"/>
              <a:lumOff val="35000"/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D40F0B3-EDD0-612B-BF80-8478F181EA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518660" y="1172459"/>
            <a:ext cx="8104342" cy="2552868"/>
          </a:xfrm>
          <a:prstGeom prst="rect">
            <a:avLst/>
          </a:prstGeom>
        </p:spPr>
      </p:pic>
      <p:pic>
        <p:nvPicPr>
          <p:cNvPr id="6" name="Picture 5" descr="A hexagon with white lines&#10;&#10;AI-generated content may be incorrect.">
            <a:extLst>
              <a:ext uri="{FF2B5EF4-FFF2-40B4-BE49-F238E27FC236}">
                <a16:creationId xmlns:a16="http://schemas.microsoft.com/office/drawing/2014/main" id="{BF49D03F-A9F2-E430-CA14-B3F2EC36E5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2" y="0"/>
            <a:ext cx="794660" cy="743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9602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1">
                <a:shade val="48000"/>
                <a:satMod val="110000"/>
                <a:lumMod val="40000"/>
              </a:schemeClr>
              <a:schemeClr val="bg1">
                <a:tint val="90000"/>
                <a:lumMod val="10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576E8DBD-6DBD-4FCB-8FE8-8F0425C0B6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 useBgFill="1">
        <p:nvSpPr>
          <p:cNvPr id="14" name="Freeform 11">
            <a:extLst>
              <a:ext uri="{FF2B5EF4-FFF2-40B4-BE49-F238E27FC236}">
                <a16:creationId xmlns:a16="http://schemas.microsoft.com/office/drawing/2014/main" id="{70BE0118-665B-49AC-8ED9-B29C009CED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1906" y="0"/>
            <a:ext cx="8762857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" name="Freeform 13">
            <a:extLst>
              <a:ext uri="{FF2B5EF4-FFF2-40B4-BE49-F238E27FC236}">
                <a16:creationId xmlns:a16="http://schemas.microsoft.com/office/drawing/2014/main" id="{DB8E4593-3024-4A7B-92FB-8114D72E5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82257"/>
            <a:ext cx="8496942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" name="Freeform 25">
            <a:extLst>
              <a:ext uri="{FF2B5EF4-FFF2-40B4-BE49-F238E27FC236}">
                <a16:creationId xmlns:a16="http://schemas.microsoft.com/office/drawing/2014/main" id="{F72029E6-113E-4A42-8D29-4B796B39B9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539684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0" name="Freeform 14">
            <a:extLst>
              <a:ext uri="{FF2B5EF4-FFF2-40B4-BE49-F238E27FC236}">
                <a16:creationId xmlns:a16="http://schemas.microsoft.com/office/drawing/2014/main" id="{FBAE6AE5-2B20-46E6-B338-A385BFF09F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420000">
            <a:off x="-121350" y="293317"/>
            <a:ext cx="8525337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22" name="5-Point Star 24">
            <a:extLst>
              <a:ext uri="{FF2B5EF4-FFF2-40B4-BE49-F238E27FC236}">
                <a16:creationId xmlns:a16="http://schemas.microsoft.com/office/drawing/2014/main" id="{4555B12C-E2CF-448D-918F-96D0958DC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420000">
            <a:off x="3166038" y="5111356"/>
            <a:ext cx="386540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9EB9FA3F-CAB0-4533-9364-224CEC6FF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1714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5F169E-2788-4D49-428E-EF0102852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60" y="4519749"/>
            <a:ext cx="8104342" cy="127027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700"/>
              <a:t>Thank YOU</a:t>
            </a:r>
          </a:p>
        </p:txBody>
      </p:sp>
      <p:sp>
        <p:nvSpPr>
          <p:cNvPr id="26" name="5-Point Star 31">
            <a:extLst>
              <a:ext uri="{FF2B5EF4-FFF2-40B4-BE49-F238E27FC236}">
                <a16:creationId xmlns:a16="http://schemas.microsoft.com/office/drawing/2014/main" id="{42B0C1BF-5CB1-40DA-9A22-5452B5469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7556" y="6388943"/>
            <a:ext cx="279786" cy="373049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lumMod val="65000"/>
              <a:lumOff val="35000"/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7" name="Graphic 6" descr="Handshake">
            <a:extLst>
              <a:ext uri="{FF2B5EF4-FFF2-40B4-BE49-F238E27FC236}">
                <a16:creationId xmlns:a16="http://schemas.microsoft.com/office/drawing/2014/main" id="{AF8BFD62-A5E4-A1C1-D9C7-D1DDC10EAB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13484" y="691546"/>
            <a:ext cx="3514694" cy="3514694"/>
          </a:xfrm>
          <a:prstGeom prst="rect">
            <a:avLst/>
          </a:prstGeom>
        </p:spPr>
      </p:pic>
      <p:pic>
        <p:nvPicPr>
          <p:cNvPr id="4" name="Picture 3" descr="A hexagon with white lines&#10;&#10;AI-generated content may be incorrect.">
            <a:extLst>
              <a:ext uri="{FF2B5EF4-FFF2-40B4-BE49-F238E27FC236}">
                <a16:creationId xmlns:a16="http://schemas.microsoft.com/office/drawing/2014/main" id="{6D65A4A5-A3C8-327C-43BE-916ABBC309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82" y="0"/>
            <a:ext cx="794660" cy="743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56653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in Event">
  <a:themeElements>
    <a:clrScheme name="Main Event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Main Event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in Even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F1EFBDE3-1A95-4E3D-81AD-1F53D65BEA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TM04033927[[fn=Main Event]]</Template>
  <TotalTime>69</TotalTime>
  <Words>183</Words>
  <Application>Microsoft Office PowerPoint</Application>
  <PresentationFormat>On-screen Show (4:3)</PresentationFormat>
  <Paragraphs>37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Impact</vt:lpstr>
      <vt:lpstr>Main Event</vt:lpstr>
      <vt:lpstr> E-commerce Furniture Dataset 2024</vt:lpstr>
      <vt:lpstr>1. Objective</vt:lpstr>
      <vt:lpstr>2. Tools Used</vt:lpstr>
      <vt:lpstr>3. Dataset Overview</vt:lpstr>
      <vt:lpstr>4. Steps Followed</vt:lpstr>
      <vt:lpstr>5. Model Results</vt:lpstr>
      <vt:lpstr>6. Conclusion</vt:lpstr>
      <vt:lpstr>Code With Outputs</vt:lpstr>
      <vt:lpstr>Data Cleaning</vt:lpstr>
      <vt:lpstr>EDA </vt:lpstr>
      <vt:lpstr>EDA Output</vt:lpstr>
      <vt:lpstr>Features and Model Building</vt:lpstr>
      <vt:lpstr>Model(Building and Evaluation)</vt:lpstr>
      <vt:lpstr>SQL Integration</vt:lpstr>
      <vt:lpstr>Export For Excel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MADDIPATI UMESH CHANDRA-AM.EN.U4CSE20142</cp:lastModifiedBy>
  <cp:revision>2</cp:revision>
  <dcterms:created xsi:type="dcterms:W3CDTF">2013-01-27T09:14:16Z</dcterms:created>
  <dcterms:modified xsi:type="dcterms:W3CDTF">2025-04-14T09:02:08Z</dcterms:modified>
  <cp:category/>
</cp:coreProperties>
</file>